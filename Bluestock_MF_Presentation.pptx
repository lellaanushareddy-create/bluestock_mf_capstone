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4"/>
  </p:notesMasterIdLst>
  <p:handoutMasterIdLst>
    <p:handoutMasterId r:id="rId15"/>
  </p:handoutMasterIdLst>
  <p:sldIdLst>
    <p:sldId id="365" r:id="rId2"/>
    <p:sldId id="359" r:id="rId3"/>
    <p:sldId id="333" r:id="rId4"/>
    <p:sldId id="327" r:id="rId5"/>
    <p:sldId id="264" r:id="rId6"/>
    <p:sldId id="360" r:id="rId7"/>
    <p:sldId id="363" r:id="rId8"/>
    <p:sldId id="364" r:id="rId9"/>
    <p:sldId id="324" r:id="rId10"/>
    <p:sldId id="366" r:id="rId11"/>
    <p:sldId id="367" r:id="rId12"/>
    <p:sldId id="325" r:id="rId13"/>
  </p:sldIdLst>
  <p:sldSz cx="12192000" cy="6858000"/>
  <p:notesSz cx="6858000" cy="9144000"/>
  <p:defaultTextStyle>
    <a:defPPr>
      <a:defRPr lang="en-US"/>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66"/>
    <a:srgbClr val="500000"/>
    <a:srgbClr val="8D4B39"/>
    <a:srgbClr val="3A12E4"/>
    <a:srgbClr val="AD137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5"/>
    <p:restoredTop sz="94718"/>
  </p:normalViewPr>
  <p:slideViewPr>
    <p:cSldViewPr snapToGrid="0">
      <p:cViewPr>
        <p:scale>
          <a:sx n="75" d="100"/>
          <a:sy n="75" d="100"/>
        </p:scale>
        <p:origin x="72" y="504"/>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ellaanushareddy@gmail.com" userId="027250594e07a548" providerId="LiveId" clId="{4F9DB227-A805-445B-8EB3-BA97E42E272A}"/>
    <pc:docChg chg="custSel addSld delSld modSld">
      <pc:chgData name="lellaanushareddy@gmail.com" userId="027250594e07a548" providerId="LiveId" clId="{4F9DB227-A805-445B-8EB3-BA97E42E272A}" dt="2026-06-09T08:02:24.972" v="1713" actId="2085"/>
      <pc:docMkLst>
        <pc:docMk/>
      </pc:docMkLst>
      <pc:sldChg chg="del">
        <pc:chgData name="lellaanushareddy@gmail.com" userId="027250594e07a548" providerId="LiveId" clId="{4F9DB227-A805-445B-8EB3-BA97E42E272A}" dt="2026-06-09T06:51:24.588" v="333" actId="47"/>
        <pc:sldMkLst>
          <pc:docMk/>
          <pc:sldMk cId="0" sldId="257"/>
        </pc:sldMkLst>
      </pc:sldChg>
      <pc:sldChg chg="addSp delSp modSp mod">
        <pc:chgData name="lellaanushareddy@gmail.com" userId="027250594e07a548" providerId="LiveId" clId="{4F9DB227-A805-445B-8EB3-BA97E42E272A}" dt="2026-06-09T07:22:39.310" v="838" actId="1076"/>
        <pc:sldMkLst>
          <pc:docMk/>
          <pc:sldMk cId="0" sldId="264"/>
        </pc:sldMkLst>
        <pc:spChg chg="mod">
          <ac:chgData name="lellaanushareddy@gmail.com" userId="027250594e07a548" providerId="LiveId" clId="{4F9DB227-A805-445B-8EB3-BA97E42E272A}" dt="2026-06-09T07:07:42.918" v="676" actId="14100"/>
          <ac:spMkLst>
            <pc:docMk/>
            <pc:sldMk cId="0" sldId="264"/>
            <ac:spMk id="2" creationId="{00000000-0000-0000-0000-000000000000}"/>
          </ac:spMkLst>
        </pc:spChg>
        <pc:spChg chg="del mod">
          <ac:chgData name="lellaanushareddy@gmail.com" userId="027250594e07a548" providerId="LiveId" clId="{4F9DB227-A805-445B-8EB3-BA97E42E272A}" dt="2026-06-09T07:09:28.046" v="693" actId="478"/>
          <ac:spMkLst>
            <pc:docMk/>
            <pc:sldMk cId="0" sldId="264"/>
            <ac:spMk id="3" creationId="{00000000-0000-0000-0000-000000000000}"/>
          </ac:spMkLst>
        </pc:spChg>
        <pc:spChg chg="mod">
          <ac:chgData name="lellaanushareddy@gmail.com" userId="027250594e07a548" providerId="LiveId" clId="{4F9DB227-A805-445B-8EB3-BA97E42E272A}" dt="2026-06-09T07:09:36.879" v="694" actId="14100"/>
          <ac:spMkLst>
            <pc:docMk/>
            <pc:sldMk cId="0" sldId="264"/>
            <ac:spMk id="15" creationId="{00000000-0000-0000-0000-000000000000}"/>
          </ac:spMkLst>
        </pc:spChg>
        <pc:spChg chg="mod">
          <ac:chgData name="lellaanushareddy@gmail.com" userId="027250594e07a548" providerId="LiveId" clId="{4F9DB227-A805-445B-8EB3-BA97E42E272A}" dt="2026-06-09T07:09:59.758" v="709" actId="20577"/>
          <ac:spMkLst>
            <pc:docMk/>
            <pc:sldMk cId="0" sldId="264"/>
            <ac:spMk id="18434" creationId="{00000000-0000-0000-0000-000000000000}"/>
          </ac:spMkLst>
        </pc:spChg>
        <pc:picChg chg="add mod">
          <ac:chgData name="lellaanushareddy@gmail.com" userId="027250594e07a548" providerId="LiveId" clId="{4F9DB227-A805-445B-8EB3-BA97E42E272A}" dt="2026-06-09T07:22:39.310" v="838" actId="1076"/>
          <ac:picMkLst>
            <pc:docMk/>
            <pc:sldMk cId="0" sldId="264"/>
            <ac:picMk id="5" creationId="{439C8682-D283-0B22-028D-E1ED62073A4D}"/>
          </ac:picMkLst>
        </pc:picChg>
        <pc:picChg chg="del">
          <ac:chgData name="lellaanushareddy@gmail.com" userId="027250594e07a548" providerId="LiveId" clId="{4F9DB227-A805-445B-8EB3-BA97E42E272A}" dt="2026-06-09T07:07:49.026" v="677" actId="478"/>
          <ac:picMkLst>
            <pc:docMk/>
            <pc:sldMk cId="0" sldId="264"/>
            <ac:picMk id="18440" creationId="{00000000-0000-0000-0000-000000000000}"/>
          </ac:picMkLst>
        </pc:picChg>
      </pc:sldChg>
      <pc:sldChg chg="addSp delSp modSp mod">
        <pc:chgData name="lellaanushareddy@gmail.com" userId="027250594e07a548" providerId="LiveId" clId="{4F9DB227-A805-445B-8EB3-BA97E42E272A}" dt="2026-06-09T07:51:01.360" v="1606" actId="1076"/>
        <pc:sldMkLst>
          <pc:docMk/>
          <pc:sldMk cId="0" sldId="324"/>
        </pc:sldMkLst>
        <pc:spChg chg="del mod">
          <ac:chgData name="lellaanushareddy@gmail.com" userId="027250594e07a548" providerId="LiveId" clId="{4F9DB227-A805-445B-8EB3-BA97E42E272A}" dt="2026-06-09T07:49:45.620" v="1575" actId="478"/>
          <ac:spMkLst>
            <pc:docMk/>
            <pc:sldMk cId="0" sldId="324"/>
            <ac:spMk id="2" creationId="{00000000-0000-0000-0000-000000000000}"/>
          </ac:spMkLst>
        </pc:spChg>
        <pc:spChg chg="mod">
          <ac:chgData name="lellaanushareddy@gmail.com" userId="027250594e07a548" providerId="LiveId" clId="{4F9DB227-A805-445B-8EB3-BA97E42E272A}" dt="2026-06-09T07:47:29.729" v="1543" actId="14100"/>
          <ac:spMkLst>
            <pc:docMk/>
            <pc:sldMk cId="0" sldId="324"/>
            <ac:spMk id="3" creationId="{00000000-0000-0000-0000-000000000000}"/>
          </ac:spMkLst>
        </pc:spChg>
        <pc:spChg chg="mod">
          <ac:chgData name="lellaanushareddy@gmail.com" userId="027250594e07a548" providerId="LiveId" clId="{4F9DB227-A805-445B-8EB3-BA97E42E272A}" dt="2026-06-09T07:48:38.940" v="1554" actId="5793"/>
          <ac:spMkLst>
            <pc:docMk/>
            <pc:sldMk cId="0" sldId="324"/>
            <ac:spMk id="4" creationId="{00000000-0000-0000-0000-000000000000}"/>
          </ac:spMkLst>
        </pc:spChg>
        <pc:spChg chg="mod">
          <ac:chgData name="lellaanushareddy@gmail.com" userId="027250594e07a548" providerId="LiveId" clId="{4F9DB227-A805-445B-8EB3-BA97E42E272A}" dt="2026-06-09T07:47:17.586" v="1541" actId="20577"/>
          <ac:spMkLst>
            <pc:docMk/>
            <pc:sldMk cId="0" sldId="324"/>
            <ac:spMk id="7" creationId="{00000000-0000-0000-0000-000000000000}"/>
          </ac:spMkLst>
        </pc:spChg>
        <pc:spChg chg="mod">
          <ac:chgData name="lellaanushareddy@gmail.com" userId="027250594e07a548" providerId="LiveId" clId="{4F9DB227-A805-445B-8EB3-BA97E42E272A}" dt="2026-06-09T07:50:15.090" v="1594" actId="20577"/>
          <ac:spMkLst>
            <pc:docMk/>
            <pc:sldMk cId="0" sldId="324"/>
            <ac:spMk id="23554" creationId="{00000000-0000-0000-0000-000000000000}"/>
          </ac:spMkLst>
        </pc:spChg>
        <pc:picChg chg="add mod">
          <ac:chgData name="lellaanushareddy@gmail.com" userId="027250594e07a548" providerId="LiveId" clId="{4F9DB227-A805-445B-8EB3-BA97E42E272A}" dt="2026-06-09T07:50:04.125" v="1581" actId="14100"/>
          <ac:picMkLst>
            <pc:docMk/>
            <pc:sldMk cId="0" sldId="324"/>
            <ac:picMk id="6" creationId="{B6B6F905-5BD3-124A-5E97-04690409B3AE}"/>
          </ac:picMkLst>
        </pc:picChg>
        <pc:picChg chg="add mod">
          <ac:chgData name="lellaanushareddy@gmail.com" userId="027250594e07a548" providerId="LiveId" clId="{4F9DB227-A805-445B-8EB3-BA97E42E272A}" dt="2026-06-09T07:51:01.360" v="1606" actId="1076"/>
          <ac:picMkLst>
            <pc:docMk/>
            <pc:sldMk cId="0" sldId="324"/>
            <ac:picMk id="9" creationId="{63A3BF53-5D87-F310-3A34-E2B7B3DF42A6}"/>
          </ac:picMkLst>
        </pc:picChg>
        <pc:picChg chg="del">
          <ac:chgData name="lellaanushareddy@gmail.com" userId="027250594e07a548" providerId="LiveId" clId="{4F9DB227-A805-445B-8EB3-BA97E42E272A}" dt="2026-06-09T07:50:06.125" v="1582" actId="478"/>
          <ac:picMkLst>
            <pc:docMk/>
            <pc:sldMk cId="0" sldId="324"/>
            <ac:picMk id="23561" creationId="{00000000-0000-0000-0000-000000000000}"/>
          </ac:picMkLst>
        </pc:picChg>
      </pc:sldChg>
      <pc:sldChg chg="addSp delSp modSp mod">
        <pc:chgData name="lellaanushareddy@gmail.com" userId="027250594e07a548" providerId="LiveId" clId="{4F9DB227-A805-445B-8EB3-BA97E42E272A}" dt="2026-06-09T08:00:43.697" v="1712" actId="1076"/>
        <pc:sldMkLst>
          <pc:docMk/>
          <pc:sldMk cId="0" sldId="325"/>
        </pc:sldMkLst>
        <pc:spChg chg="del">
          <ac:chgData name="lellaanushareddy@gmail.com" userId="027250594e07a548" providerId="LiveId" clId="{4F9DB227-A805-445B-8EB3-BA97E42E272A}" dt="2026-06-09T07:59:53.593" v="1691" actId="478"/>
          <ac:spMkLst>
            <pc:docMk/>
            <pc:sldMk cId="0" sldId="325"/>
            <ac:spMk id="3" creationId="{00000000-0000-0000-0000-000000000000}"/>
          </ac:spMkLst>
        </pc:spChg>
        <pc:spChg chg="mod">
          <ac:chgData name="lellaanushareddy@gmail.com" userId="027250594e07a548" providerId="LiveId" clId="{4F9DB227-A805-445B-8EB3-BA97E42E272A}" dt="2026-06-09T08:00:02.978" v="1701" actId="20577"/>
          <ac:spMkLst>
            <pc:docMk/>
            <pc:sldMk cId="0" sldId="325"/>
            <ac:spMk id="24578" creationId="{00000000-0000-0000-0000-000000000000}"/>
          </ac:spMkLst>
        </pc:spChg>
        <pc:spChg chg="mod">
          <ac:chgData name="lellaanushareddy@gmail.com" userId="027250594e07a548" providerId="LiveId" clId="{4F9DB227-A805-445B-8EB3-BA97E42E272A}" dt="2026-06-09T08:00:27.840" v="1705" actId="1076"/>
          <ac:spMkLst>
            <pc:docMk/>
            <pc:sldMk cId="0" sldId="325"/>
            <ac:spMk id="24581" creationId="{00000000-0000-0000-0000-000000000000}"/>
          </ac:spMkLst>
        </pc:spChg>
        <pc:picChg chg="add mod">
          <ac:chgData name="lellaanushareddy@gmail.com" userId="027250594e07a548" providerId="LiveId" clId="{4F9DB227-A805-445B-8EB3-BA97E42E272A}" dt="2026-06-09T08:00:43.697" v="1712" actId="1076"/>
          <ac:picMkLst>
            <pc:docMk/>
            <pc:sldMk cId="0" sldId="325"/>
            <ac:picMk id="5" creationId="{D94DDDD6-471B-A40B-77D5-3D364E4205B0}"/>
          </ac:picMkLst>
        </pc:picChg>
        <pc:picChg chg="del">
          <ac:chgData name="lellaanushareddy@gmail.com" userId="027250594e07a548" providerId="LiveId" clId="{4F9DB227-A805-445B-8EB3-BA97E42E272A}" dt="2026-06-09T07:59:49.720" v="1690" actId="478"/>
          <ac:picMkLst>
            <pc:docMk/>
            <pc:sldMk cId="0" sldId="325"/>
            <ac:picMk id="24583" creationId="{00000000-0000-0000-0000-000000000000}"/>
          </ac:picMkLst>
        </pc:picChg>
      </pc:sldChg>
      <pc:sldChg chg="delSp modSp del mod">
        <pc:chgData name="lellaanushareddy@gmail.com" userId="027250594e07a548" providerId="LiveId" clId="{4F9DB227-A805-445B-8EB3-BA97E42E272A}" dt="2026-06-09T07:01:22.625" v="521" actId="47"/>
        <pc:sldMkLst>
          <pc:docMk/>
          <pc:sldMk cId="0" sldId="326"/>
        </pc:sldMkLst>
        <pc:spChg chg="mod">
          <ac:chgData name="lellaanushareddy@gmail.com" userId="027250594e07a548" providerId="LiveId" clId="{4F9DB227-A805-445B-8EB3-BA97E42E272A}" dt="2026-06-09T07:00:24.879" v="518" actId="6549"/>
          <ac:spMkLst>
            <pc:docMk/>
            <pc:sldMk cId="0" sldId="326"/>
            <ac:spMk id="11" creationId="{00000000-0000-0000-0000-000000000000}"/>
          </ac:spMkLst>
        </pc:spChg>
        <pc:spChg chg="mod">
          <ac:chgData name="lellaanushareddy@gmail.com" userId="027250594e07a548" providerId="LiveId" clId="{4F9DB227-A805-445B-8EB3-BA97E42E272A}" dt="2026-06-09T07:00:49.229" v="520" actId="14100"/>
          <ac:spMkLst>
            <pc:docMk/>
            <pc:sldMk cId="0" sldId="326"/>
            <ac:spMk id="15364" creationId="{00000000-0000-0000-0000-000000000000}"/>
          </ac:spMkLst>
        </pc:spChg>
        <pc:graphicFrameChg chg="del">
          <ac:chgData name="lellaanushareddy@gmail.com" userId="027250594e07a548" providerId="LiveId" clId="{4F9DB227-A805-445B-8EB3-BA97E42E272A}" dt="2026-06-09T07:00:27.535" v="519" actId="478"/>
          <ac:graphicFrameMkLst>
            <pc:docMk/>
            <pc:sldMk cId="0" sldId="326"/>
            <ac:graphicFrameMk id="12" creationId="{00000000-0000-0000-0000-000000000000}"/>
          </ac:graphicFrameMkLst>
        </pc:graphicFrameChg>
      </pc:sldChg>
      <pc:sldChg chg="addSp delSp modSp mod">
        <pc:chgData name="lellaanushareddy@gmail.com" userId="027250594e07a548" providerId="LiveId" clId="{4F9DB227-A805-445B-8EB3-BA97E42E272A}" dt="2026-06-09T07:23:11.274" v="847" actId="1076"/>
        <pc:sldMkLst>
          <pc:docMk/>
          <pc:sldMk cId="0" sldId="327"/>
        </pc:sldMkLst>
        <pc:spChg chg="del mod">
          <ac:chgData name="lellaanushareddy@gmail.com" userId="027250594e07a548" providerId="LiveId" clId="{4F9DB227-A805-445B-8EB3-BA97E42E272A}" dt="2026-06-09T07:05:14.380" v="589" actId="478"/>
          <ac:spMkLst>
            <pc:docMk/>
            <pc:sldMk cId="0" sldId="327"/>
            <ac:spMk id="2" creationId="{00000000-0000-0000-0000-000000000000}"/>
          </ac:spMkLst>
        </pc:spChg>
        <pc:spChg chg="mod">
          <ac:chgData name="lellaanushareddy@gmail.com" userId="027250594e07a548" providerId="LiveId" clId="{4F9DB227-A805-445B-8EB3-BA97E42E272A}" dt="2026-06-09T07:03:14.491" v="568" actId="20577"/>
          <ac:spMkLst>
            <pc:docMk/>
            <pc:sldMk cId="0" sldId="327"/>
            <ac:spMk id="7" creationId="{00000000-0000-0000-0000-000000000000}"/>
          </ac:spMkLst>
        </pc:spChg>
        <pc:spChg chg="mod">
          <ac:chgData name="lellaanushareddy@gmail.com" userId="027250594e07a548" providerId="LiveId" clId="{4F9DB227-A805-445B-8EB3-BA97E42E272A}" dt="2026-06-09T07:04:44.140" v="586" actId="20577"/>
          <ac:spMkLst>
            <pc:docMk/>
            <pc:sldMk cId="0" sldId="327"/>
            <ac:spMk id="10" creationId="{00000000-0000-0000-0000-000000000000}"/>
          </ac:spMkLst>
        </pc:spChg>
        <pc:spChg chg="mod">
          <ac:chgData name="lellaanushareddy@gmail.com" userId="027250594e07a548" providerId="LiveId" clId="{4F9DB227-A805-445B-8EB3-BA97E42E272A}" dt="2026-06-09T07:10:08.661" v="713" actId="20577"/>
          <ac:spMkLst>
            <pc:docMk/>
            <pc:sldMk cId="0" sldId="327"/>
            <ac:spMk id="16386" creationId="{00000000-0000-0000-0000-000000000000}"/>
          </ac:spMkLst>
        </pc:spChg>
        <pc:graphicFrameChg chg="del mod modGraphic">
          <ac:chgData name="lellaanushareddy@gmail.com" userId="027250594e07a548" providerId="LiveId" clId="{4F9DB227-A805-445B-8EB3-BA97E42E272A}" dt="2026-06-09T07:03:55.445" v="574" actId="478"/>
          <ac:graphicFrameMkLst>
            <pc:docMk/>
            <pc:sldMk cId="0" sldId="327"/>
            <ac:graphicFrameMk id="11" creationId="{00000000-0000-0000-0000-000000000000}"/>
          </ac:graphicFrameMkLst>
        </pc:graphicFrameChg>
        <pc:picChg chg="add mod">
          <ac:chgData name="lellaanushareddy@gmail.com" userId="027250594e07a548" providerId="LiveId" clId="{4F9DB227-A805-445B-8EB3-BA97E42E272A}" dt="2026-06-09T07:23:11.274" v="847" actId="1076"/>
          <ac:picMkLst>
            <pc:docMk/>
            <pc:sldMk cId="0" sldId="327"/>
            <ac:picMk id="5" creationId="{5C3FACDD-45BD-6173-6C2A-CA6662B14070}"/>
          </ac:picMkLst>
        </pc:picChg>
        <pc:picChg chg="del">
          <ac:chgData name="lellaanushareddy@gmail.com" userId="027250594e07a548" providerId="LiveId" clId="{4F9DB227-A805-445B-8EB3-BA97E42E272A}" dt="2026-06-09T07:07:54.647" v="678" actId="478"/>
          <ac:picMkLst>
            <pc:docMk/>
            <pc:sldMk cId="0" sldId="327"/>
            <ac:picMk id="16435" creationId="{00000000-0000-0000-0000-000000000000}"/>
          </ac:picMkLst>
        </pc:picChg>
      </pc:sldChg>
      <pc:sldChg chg="addSp delSp modSp mod">
        <pc:chgData name="lellaanushareddy@gmail.com" userId="027250594e07a548" providerId="LiveId" clId="{4F9DB227-A805-445B-8EB3-BA97E42E272A}" dt="2026-06-09T07:23:46.775" v="857" actId="1076"/>
        <pc:sldMkLst>
          <pc:docMk/>
          <pc:sldMk cId="0" sldId="333"/>
        </pc:sldMkLst>
        <pc:spChg chg="mod">
          <ac:chgData name="lellaanushareddy@gmail.com" userId="027250594e07a548" providerId="LiveId" clId="{4F9DB227-A805-445B-8EB3-BA97E42E272A}" dt="2026-06-09T06:57:35.827" v="444" actId="207"/>
          <ac:spMkLst>
            <pc:docMk/>
            <pc:sldMk cId="0" sldId="333"/>
            <ac:spMk id="2" creationId="{00000000-0000-0000-0000-000000000000}"/>
          </ac:spMkLst>
        </pc:spChg>
        <pc:spChg chg="mod">
          <ac:chgData name="lellaanushareddy@gmail.com" userId="027250594e07a548" providerId="LiveId" clId="{4F9DB227-A805-445B-8EB3-BA97E42E272A}" dt="2026-06-09T07:02:37.908" v="550" actId="255"/>
          <ac:spMkLst>
            <pc:docMk/>
            <pc:sldMk cId="0" sldId="333"/>
            <ac:spMk id="3" creationId="{00000000-0000-0000-0000-000000000000}"/>
          </ac:spMkLst>
        </pc:spChg>
        <pc:spChg chg="del mod">
          <ac:chgData name="lellaanushareddy@gmail.com" userId="027250594e07a548" providerId="LiveId" clId="{4F9DB227-A805-445B-8EB3-BA97E42E272A}" dt="2026-06-09T06:58:39.493" v="465" actId="478"/>
          <ac:spMkLst>
            <pc:docMk/>
            <pc:sldMk cId="0" sldId="333"/>
            <ac:spMk id="4" creationId="{00000000-0000-0000-0000-000000000000}"/>
          </ac:spMkLst>
        </pc:spChg>
        <pc:spChg chg="mod">
          <ac:chgData name="lellaanushareddy@gmail.com" userId="027250594e07a548" providerId="LiveId" clId="{4F9DB227-A805-445B-8EB3-BA97E42E272A}" dt="2026-06-09T07:10:16.237" v="718" actId="20577"/>
          <ac:spMkLst>
            <pc:docMk/>
            <pc:sldMk cId="0" sldId="333"/>
            <ac:spMk id="13314" creationId="{00000000-0000-0000-0000-000000000000}"/>
          </ac:spMkLst>
        </pc:spChg>
        <pc:picChg chg="add mod">
          <ac:chgData name="lellaanushareddy@gmail.com" userId="027250594e07a548" providerId="LiveId" clId="{4F9DB227-A805-445B-8EB3-BA97E42E272A}" dt="2026-06-09T07:23:46.775" v="857" actId="1076"/>
          <ac:picMkLst>
            <pc:docMk/>
            <pc:sldMk cId="0" sldId="333"/>
            <ac:picMk id="6" creationId="{FB4E1C29-C865-DF48-A817-DA87C437E530}"/>
          </ac:picMkLst>
        </pc:picChg>
        <pc:picChg chg="del">
          <ac:chgData name="lellaanushareddy@gmail.com" userId="027250594e07a548" providerId="LiveId" clId="{4F9DB227-A805-445B-8EB3-BA97E42E272A}" dt="2026-06-09T06:55:59.180" v="398" actId="478"/>
          <ac:picMkLst>
            <pc:docMk/>
            <pc:sldMk cId="0" sldId="333"/>
            <ac:picMk id="13319" creationId="{00000000-0000-0000-0000-000000000000}"/>
          </ac:picMkLst>
        </pc:picChg>
      </pc:sldChg>
      <pc:sldChg chg="modSp del mod">
        <pc:chgData name="lellaanushareddy@gmail.com" userId="027250594e07a548" providerId="LiveId" clId="{4F9DB227-A805-445B-8EB3-BA97E42E272A}" dt="2026-06-09T06:47:41.007" v="108" actId="47"/>
        <pc:sldMkLst>
          <pc:docMk/>
          <pc:sldMk cId="0" sldId="337"/>
        </pc:sldMkLst>
        <pc:spChg chg="mod">
          <ac:chgData name="lellaanushareddy@gmail.com" userId="027250594e07a548" providerId="LiveId" clId="{4F9DB227-A805-445B-8EB3-BA97E42E272A}" dt="2026-06-09T06:46:58.438" v="101" actId="20577"/>
          <ac:spMkLst>
            <pc:docMk/>
            <pc:sldMk cId="0" sldId="337"/>
            <ac:spMk id="8195" creationId="{00000000-0000-0000-0000-000000000000}"/>
          </ac:spMkLst>
        </pc:spChg>
      </pc:sldChg>
      <pc:sldChg chg="addSp delSp modSp mod">
        <pc:chgData name="lellaanushareddy@gmail.com" userId="027250594e07a548" providerId="LiveId" clId="{4F9DB227-A805-445B-8EB3-BA97E42E272A}" dt="2026-06-09T07:10:31.263" v="723" actId="20577"/>
        <pc:sldMkLst>
          <pc:docMk/>
          <pc:sldMk cId="0" sldId="359"/>
        </pc:sldMkLst>
        <pc:spChg chg="mod">
          <ac:chgData name="lellaanushareddy@gmail.com" userId="027250594e07a548" providerId="LiveId" clId="{4F9DB227-A805-445B-8EB3-BA97E42E272A}" dt="2026-06-09T07:10:31.263" v="723" actId="20577"/>
          <ac:spMkLst>
            <pc:docMk/>
            <pc:sldMk cId="0" sldId="359"/>
            <ac:spMk id="2" creationId="{00000000-0000-0000-0000-000000000000}"/>
          </ac:spMkLst>
        </pc:spChg>
        <pc:spChg chg="mod">
          <ac:chgData name="lellaanushareddy@gmail.com" userId="027250594e07a548" providerId="LiveId" clId="{4F9DB227-A805-445B-8EB3-BA97E42E272A}" dt="2026-06-09T06:54:08.086" v="366" actId="14100"/>
          <ac:spMkLst>
            <pc:docMk/>
            <pc:sldMk cId="0" sldId="359"/>
            <ac:spMk id="3" creationId="{00000000-0000-0000-0000-000000000000}"/>
          </ac:spMkLst>
        </pc:spChg>
        <pc:spChg chg="mod">
          <ac:chgData name="lellaanushareddy@gmail.com" userId="027250594e07a548" providerId="LiveId" clId="{4F9DB227-A805-445B-8EB3-BA97E42E272A}" dt="2026-06-09T07:10:24.628" v="721" actId="20577"/>
          <ac:spMkLst>
            <pc:docMk/>
            <pc:sldMk cId="0" sldId="359"/>
            <ac:spMk id="4" creationId="{00000000-0000-0000-0000-000000000000}"/>
          </ac:spMkLst>
        </pc:spChg>
        <pc:spChg chg="del mod">
          <ac:chgData name="lellaanushareddy@gmail.com" userId="027250594e07a548" providerId="LiveId" clId="{4F9DB227-A805-445B-8EB3-BA97E42E272A}" dt="2026-06-09T06:55:40.461" v="397" actId="478"/>
          <ac:spMkLst>
            <pc:docMk/>
            <pc:sldMk cId="0" sldId="359"/>
            <ac:spMk id="5" creationId="{00000000-0000-0000-0000-000000000000}"/>
          </ac:spMkLst>
        </pc:spChg>
        <pc:picChg chg="add mod">
          <ac:chgData name="lellaanushareddy@gmail.com" userId="027250594e07a548" providerId="LiveId" clId="{4F9DB227-A805-445B-8EB3-BA97E42E272A}" dt="2026-06-09T06:56:29.113" v="406" actId="1076"/>
          <ac:picMkLst>
            <pc:docMk/>
            <pc:sldMk cId="0" sldId="359"/>
            <ac:picMk id="8" creationId="{3DB0B60E-9610-BECA-3B29-B7E6345C3CC0}"/>
          </ac:picMkLst>
        </pc:picChg>
        <pc:picChg chg="del">
          <ac:chgData name="lellaanushareddy@gmail.com" userId="027250594e07a548" providerId="LiveId" clId="{4F9DB227-A805-445B-8EB3-BA97E42E272A}" dt="2026-06-09T06:54:11.249" v="367" actId="478"/>
          <ac:picMkLst>
            <pc:docMk/>
            <pc:sldMk cId="0" sldId="359"/>
            <ac:picMk id="12295" creationId="{00000000-0000-0000-0000-000000000000}"/>
          </ac:picMkLst>
        </pc:picChg>
      </pc:sldChg>
      <pc:sldChg chg="addSp delSp modSp mod">
        <pc:chgData name="lellaanushareddy@gmail.com" userId="027250594e07a548" providerId="LiveId" clId="{4F9DB227-A805-445B-8EB3-BA97E42E272A}" dt="2026-06-09T07:21:56.518" v="826" actId="1076"/>
        <pc:sldMkLst>
          <pc:docMk/>
          <pc:sldMk cId="0" sldId="360"/>
        </pc:sldMkLst>
        <pc:spChg chg="mod">
          <ac:chgData name="lellaanushareddy@gmail.com" userId="027250594e07a548" providerId="LiveId" clId="{4F9DB227-A805-445B-8EB3-BA97E42E272A}" dt="2026-06-09T07:21:25.972" v="818" actId="20577"/>
          <ac:spMkLst>
            <pc:docMk/>
            <pc:sldMk cId="0" sldId="360"/>
            <ac:spMk id="2" creationId="{00000000-0000-0000-0000-000000000000}"/>
          </ac:spMkLst>
        </pc:spChg>
        <pc:spChg chg="del mod">
          <ac:chgData name="lellaanushareddy@gmail.com" userId="027250594e07a548" providerId="LiveId" clId="{4F9DB227-A805-445B-8EB3-BA97E42E272A}" dt="2026-06-09T07:12:24.090" v="772" actId="478"/>
          <ac:spMkLst>
            <pc:docMk/>
            <pc:sldMk cId="0" sldId="360"/>
            <ac:spMk id="3" creationId="{00000000-0000-0000-0000-000000000000}"/>
          </ac:spMkLst>
        </pc:spChg>
        <pc:spChg chg="mod">
          <ac:chgData name="lellaanushareddy@gmail.com" userId="027250594e07a548" providerId="LiveId" clId="{4F9DB227-A805-445B-8EB3-BA97E42E272A}" dt="2026-06-09T07:12:02.917" v="765" actId="20577"/>
          <ac:spMkLst>
            <pc:docMk/>
            <pc:sldMk cId="0" sldId="360"/>
            <ac:spMk id="5" creationId="{00000000-0000-0000-0000-000000000000}"/>
          </ac:spMkLst>
        </pc:spChg>
        <pc:spChg chg="mod">
          <ac:chgData name="lellaanushareddy@gmail.com" userId="027250594e07a548" providerId="LiveId" clId="{4F9DB227-A805-445B-8EB3-BA97E42E272A}" dt="2026-06-09T07:21:06.571" v="806" actId="5793"/>
          <ac:spMkLst>
            <pc:docMk/>
            <pc:sldMk cId="0" sldId="360"/>
            <ac:spMk id="8" creationId="{00000000-0000-0000-0000-000000000000}"/>
          </ac:spMkLst>
        </pc:spChg>
        <pc:picChg chg="add mod">
          <ac:chgData name="lellaanushareddy@gmail.com" userId="027250594e07a548" providerId="LiveId" clId="{4F9DB227-A805-445B-8EB3-BA97E42E272A}" dt="2026-06-09T07:21:03.294" v="804" actId="1076"/>
          <ac:picMkLst>
            <pc:docMk/>
            <pc:sldMk cId="0" sldId="360"/>
            <ac:picMk id="7" creationId="{FDBD9384-E003-C5EA-C673-C13C7623F404}"/>
          </ac:picMkLst>
        </pc:picChg>
        <pc:picChg chg="add mod">
          <ac:chgData name="lellaanushareddy@gmail.com" userId="027250594e07a548" providerId="LiveId" clId="{4F9DB227-A805-445B-8EB3-BA97E42E272A}" dt="2026-06-09T07:21:56.518" v="826" actId="1076"/>
          <ac:picMkLst>
            <pc:docMk/>
            <pc:sldMk cId="0" sldId="360"/>
            <ac:picMk id="10" creationId="{8B13DAAC-5969-0612-50C3-248930B7484E}"/>
          </ac:picMkLst>
        </pc:picChg>
        <pc:picChg chg="del">
          <ac:chgData name="lellaanushareddy@gmail.com" userId="027250594e07a548" providerId="LiveId" clId="{4F9DB227-A805-445B-8EB3-BA97E42E272A}" dt="2026-06-09T07:12:15.134" v="768" actId="478"/>
          <ac:picMkLst>
            <pc:docMk/>
            <pc:sldMk cId="0" sldId="360"/>
            <ac:picMk id="19463" creationId="{00000000-0000-0000-0000-000000000000}"/>
          </ac:picMkLst>
        </pc:picChg>
      </pc:sldChg>
      <pc:sldChg chg="delSp modSp del mod">
        <pc:chgData name="lellaanushareddy@gmail.com" userId="027250594e07a548" providerId="LiveId" clId="{4F9DB227-A805-445B-8EB3-BA97E42E272A}" dt="2026-06-09T07:06:54.047" v="640" actId="47"/>
        <pc:sldMkLst>
          <pc:docMk/>
          <pc:sldMk cId="0" sldId="361"/>
        </pc:sldMkLst>
        <pc:spChg chg="del mod">
          <ac:chgData name="lellaanushareddy@gmail.com" userId="027250594e07a548" providerId="LiveId" clId="{4F9DB227-A805-445B-8EB3-BA97E42E272A}" dt="2026-06-09T07:06:50.423" v="639" actId="478"/>
          <ac:spMkLst>
            <pc:docMk/>
            <pc:sldMk cId="0" sldId="361"/>
            <ac:spMk id="5" creationId="{00000000-0000-0000-0000-000000000000}"/>
          </ac:spMkLst>
        </pc:spChg>
        <pc:spChg chg="del">
          <ac:chgData name="lellaanushareddy@gmail.com" userId="027250594e07a548" providerId="LiveId" clId="{4F9DB227-A805-445B-8EB3-BA97E42E272A}" dt="2026-06-09T07:06:14.831" v="636" actId="478"/>
          <ac:spMkLst>
            <pc:docMk/>
            <pc:sldMk cId="0" sldId="361"/>
            <ac:spMk id="17414" creationId="{00000000-0000-0000-0000-000000000000}"/>
          </ac:spMkLst>
        </pc:spChg>
        <pc:picChg chg="del">
          <ac:chgData name="lellaanushareddy@gmail.com" userId="027250594e07a548" providerId="LiveId" clId="{4F9DB227-A805-445B-8EB3-BA97E42E272A}" dt="2026-06-09T07:06:18.876" v="637" actId="478"/>
          <ac:picMkLst>
            <pc:docMk/>
            <pc:sldMk cId="0" sldId="361"/>
            <ac:picMk id="17416" creationId="{00000000-0000-0000-0000-000000000000}"/>
          </ac:picMkLst>
        </pc:picChg>
      </pc:sldChg>
      <pc:sldChg chg="delSp modSp del mod">
        <pc:chgData name="lellaanushareddy@gmail.com" userId="027250594e07a548" providerId="LiveId" clId="{4F9DB227-A805-445B-8EB3-BA97E42E272A}" dt="2026-06-09T07:37:02.310" v="1424" actId="47"/>
        <pc:sldMkLst>
          <pc:docMk/>
          <pc:sldMk cId="0" sldId="362"/>
        </pc:sldMkLst>
        <pc:spChg chg="mod">
          <ac:chgData name="lellaanushareddy@gmail.com" userId="027250594e07a548" providerId="LiveId" clId="{4F9DB227-A805-445B-8EB3-BA97E42E272A}" dt="2026-06-09T07:25:45.493" v="1095" actId="20577"/>
          <ac:spMkLst>
            <pc:docMk/>
            <pc:sldMk cId="0" sldId="362"/>
            <ac:spMk id="5" creationId="{00000000-0000-0000-0000-000000000000}"/>
          </ac:spMkLst>
        </pc:spChg>
        <pc:spChg chg="mod">
          <ac:chgData name="lellaanushareddy@gmail.com" userId="027250594e07a548" providerId="LiveId" clId="{4F9DB227-A805-445B-8EB3-BA97E42E272A}" dt="2026-06-09T07:27:46.605" v="1104" actId="6549"/>
          <ac:spMkLst>
            <pc:docMk/>
            <pc:sldMk cId="0" sldId="362"/>
            <ac:spMk id="20486" creationId="{00000000-0000-0000-0000-000000000000}"/>
          </ac:spMkLst>
        </pc:spChg>
        <pc:spChg chg="del mod">
          <ac:chgData name="lellaanushareddy@gmail.com" userId="027250594e07a548" providerId="LiveId" clId="{4F9DB227-A805-445B-8EB3-BA97E42E272A}" dt="2026-06-09T07:24:53.829" v="1079" actId="478"/>
          <ac:spMkLst>
            <pc:docMk/>
            <pc:sldMk cId="0" sldId="362"/>
            <ac:spMk id="20487" creationId="{00000000-0000-0000-0000-000000000000}"/>
          </ac:spMkLst>
        </pc:spChg>
        <pc:picChg chg="del">
          <ac:chgData name="lellaanushareddy@gmail.com" userId="027250594e07a548" providerId="LiveId" clId="{4F9DB227-A805-445B-8EB3-BA97E42E272A}" dt="2026-06-09T07:24:32.440" v="893" actId="478"/>
          <ac:picMkLst>
            <pc:docMk/>
            <pc:sldMk cId="0" sldId="362"/>
            <ac:picMk id="20488" creationId="{00000000-0000-0000-0000-000000000000}"/>
          </ac:picMkLst>
        </pc:picChg>
      </pc:sldChg>
      <pc:sldChg chg="addSp delSp modSp mod">
        <pc:chgData name="lellaanushareddy@gmail.com" userId="027250594e07a548" providerId="LiveId" clId="{4F9DB227-A805-445B-8EB3-BA97E42E272A}" dt="2026-06-09T07:46:13.005" v="1491" actId="1076"/>
        <pc:sldMkLst>
          <pc:docMk/>
          <pc:sldMk cId="0" sldId="363"/>
        </pc:sldMkLst>
        <pc:spChg chg="mod">
          <ac:chgData name="lellaanushareddy@gmail.com" userId="027250594e07a548" providerId="LiveId" clId="{4F9DB227-A805-445B-8EB3-BA97E42E272A}" dt="2026-06-09T07:35:46.257" v="1376" actId="20577"/>
          <ac:spMkLst>
            <pc:docMk/>
            <pc:sldMk cId="0" sldId="363"/>
            <ac:spMk id="2" creationId="{00000000-0000-0000-0000-000000000000}"/>
          </ac:spMkLst>
        </pc:spChg>
        <pc:spChg chg="del mod">
          <ac:chgData name="lellaanushareddy@gmail.com" userId="027250594e07a548" providerId="LiveId" clId="{4F9DB227-A805-445B-8EB3-BA97E42E272A}" dt="2026-06-09T07:31:31.981" v="1339" actId="478"/>
          <ac:spMkLst>
            <pc:docMk/>
            <pc:sldMk cId="0" sldId="363"/>
            <ac:spMk id="3" creationId="{00000000-0000-0000-0000-000000000000}"/>
          </ac:spMkLst>
        </pc:spChg>
        <pc:spChg chg="mod">
          <ac:chgData name="lellaanushareddy@gmail.com" userId="027250594e07a548" providerId="LiveId" clId="{4F9DB227-A805-445B-8EB3-BA97E42E272A}" dt="2026-06-09T07:27:59.716" v="1121" actId="27636"/>
          <ac:spMkLst>
            <pc:docMk/>
            <pc:sldMk cId="0" sldId="363"/>
            <ac:spMk id="5" creationId="{00000000-0000-0000-0000-000000000000}"/>
          </ac:spMkLst>
        </pc:spChg>
        <pc:spChg chg="add mod">
          <ac:chgData name="lellaanushareddy@gmail.com" userId="027250594e07a548" providerId="LiveId" clId="{4F9DB227-A805-445B-8EB3-BA97E42E272A}" dt="2026-06-09T07:35:24.200" v="1366" actId="14100"/>
          <ac:spMkLst>
            <pc:docMk/>
            <pc:sldMk cId="0" sldId="363"/>
            <ac:spMk id="8" creationId="{7ECCD8AB-E700-B723-0F43-849701BF444A}"/>
          </ac:spMkLst>
        </pc:spChg>
        <pc:spChg chg="del mod">
          <ac:chgData name="lellaanushareddy@gmail.com" userId="027250594e07a548" providerId="LiveId" clId="{4F9DB227-A805-445B-8EB3-BA97E42E272A}" dt="2026-06-09T07:31:58.512" v="1340" actId="478"/>
          <ac:spMkLst>
            <pc:docMk/>
            <pc:sldMk cId="0" sldId="363"/>
            <ac:spMk id="21510" creationId="{00000000-0000-0000-0000-000000000000}"/>
          </ac:spMkLst>
        </pc:spChg>
        <pc:picChg chg="add mod">
          <ac:chgData name="lellaanushareddy@gmail.com" userId="027250594e07a548" providerId="LiveId" clId="{4F9DB227-A805-445B-8EB3-BA97E42E272A}" dt="2026-06-09T07:34:55.185" v="1362" actId="1076"/>
          <ac:picMkLst>
            <pc:docMk/>
            <pc:sldMk cId="0" sldId="363"/>
            <ac:picMk id="7" creationId="{65F1389A-500D-886D-A22F-DC35EF9E571D}"/>
          </ac:picMkLst>
        </pc:picChg>
        <pc:picChg chg="add mod">
          <ac:chgData name="lellaanushareddy@gmail.com" userId="027250594e07a548" providerId="LiveId" clId="{4F9DB227-A805-445B-8EB3-BA97E42E272A}" dt="2026-06-09T07:46:13.005" v="1491" actId="1076"/>
          <ac:picMkLst>
            <pc:docMk/>
            <pc:sldMk cId="0" sldId="363"/>
            <ac:picMk id="10" creationId="{3ADC780A-9ABE-270D-2BB8-5FA43902BF17}"/>
          </ac:picMkLst>
        </pc:picChg>
        <pc:picChg chg="del">
          <ac:chgData name="lellaanushareddy@gmail.com" userId="027250594e07a548" providerId="LiveId" clId="{4F9DB227-A805-445B-8EB3-BA97E42E272A}" dt="2026-06-09T07:35:49.634" v="1377" actId="478"/>
          <ac:picMkLst>
            <pc:docMk/>
            <pc:sldMk cId="0" sldId="363"/>
            <ac:picMk id="21511" creationId="{00000000-0000-0000-0000-000000000000}"/>
          </ac:picMkLst>
        </pc:picChg>
      </pc:sldChg>
      <pc:sldChg chg="addSp delSp modSp mod">
        <pc:chgData name="lellaanushareddy@gmail.com" userId="027250594e07a548" providerId="LiveId" clId="{4F9DB227-A805-445B-8EB3-BA97E42E272A}" dt="2026-06-09T07:46:38.617" v="1499" actId="1076"/>
        <pc:sldMkLst>
          <pc:docMk/>
          <pc:sldMk cId="0" sldId="364"/>
        </pc:sldMkLst>
        <pc:spChg chg="mod">
          <ac:chgData name="lellaanushareddy@gmail.com" userId="027250594e07a548" providerId="LiveId" clId="{4F9DB227-A805-445B-8EB3-BA97E42E272A}" dt="2026-06-09T07:45:38.616" v="1481" actId="20577"/>
          <ac:spMkLst>
            <pc:docMk/>
            <pc:sldMk cId="0" sldId="364"/>
            <ac:spMk id="2" creationId="{00000000-0000-0000-0000-000000000000}"/>
          </ac:spMkLst>
        </pc:spChg>
        <pc:spChg chg="del mod">
          <ac:chgData name="lellaanushareddy@gmail.com" userId="027250594e07a548" providerId="LiveId" clId="{4F9DB227-A805-445B-8EB3-BA97E42E272A}" dt="2026-06-09T07:39:38.506" v="1451" actId="478"/>
          <ac:spMkLst>
            <pc:docMk/>
            <pc:sldMk cId="0" sldId="364"/>
            <ac:spMk id="3" creationId="{00000000-0000-0000-0000-000000000000}"/>
          </ac:spMkLst>
        </pc:spChg>
        <pc:spChg chg="mod">
          <ac:chgData name="lellaanushareddy@gmail.com" userId="027250594e07a548" providerId="LiveId" clId="{4F9DB227-A805-445B-8EB3-BA97E42E272A}" dt="2026-06-09T07:36:16.425" v="1418" actId="207"/>
          <ac:spMkLst>
            <pc:docMk/>
            <pc:sldMk cId="0" sldId="364"/>
            <ac:spMk id="5" creationId="{00000000-0000-0000-0000-000000000000}"/>
          </ac:spMkLst>
        </pc:spChg>
        <pc:spChg chg="add mod">
          <ac:chgData name="lellaanushareddy@gmail.com" userId="027250594e07a548" providerId="LiveId" clId="{4F9DB227-A805-445B-8EB3-BA97E42E272A}" dt="2026-06-09T07:36:40.079" v="1423" actId="2085"/>
          <ac:spMkLst>
            <pc:docMk/>
            <pc:sldMk cId="0" sldId="364"/>
            <ac:spMk id="6" creationId="{DE98FC59-6F32-B766-E367-45964A148E9B}"/>
          </ac:spMkLst>
        </pc:spChg>
        <pc:spChg chg="add mod">
          <ac:chgData name="lellaanushareddy@gmail.com" userId="027250594e07a548" providerId="LiveId" clId="{4F9DB227-A805-445B-8EB3-BA97E42E272A}" dt="2026-06-09T07:44:24.832" v="1452" actId="20577"/>
          <ac:spMkLst>
            <pc:docMk/>
            <pc:sldMk cId="0" sldId="364"/>
            <ac:spMk id="7" creationId="{32FF1F2C-A589-AC8A-2CA2-3B0D5F4F3364}"/>
          </ac:spMkLst>
        </pc:spChg>
        <pc:picChg chg="add mod">
          <ac:chgData name="lellaanushareddy@gmail.com" userId="027250594e07a548" providerId="LiveId" clId="{4F9DB227-A805-445B-8EB3-BA97E42E272A}" dt="2026-06-09T07:45:21.449" v="1470" actId="14100"/>
          <ac:picMkLst>
            <pc:docMk/>
            <pc:sldMk cId="0" sldId="364"/>
            <ac:picMk id="9" creationId="{BEA59BF5-099D-6215-3B40-F5C5895288DF}"/>
          </ac:picMkLst>
        </pc:picChg>
        <pc:picChg chg="add mod">
          <ac:chgData name="lellaanushareddy@gmail.com" userId="027250594e07a548" providerId="LiveId" clId="{4F9DB227-A805-445B-8EB3-BA97E42E272A}" dt="2026-06-09T07:46:38.617" v="1499" actId="1076"/>
          <ac:picMkLst>
            <pc:docMk/>
            <pc:sldMk cId="0" sldId="364"/>
            <ac:picMk id="11" creationId="{67D45353-C1D4-859F-BD12-E3B399C2441D}"/>
          </ac:picMkLst>
        </pc:picChg>
        <pc:picChg chg="del">
          <ac:chgData name="lellaanushareddy@gmail.com" userId="027250594e07a548" providerId="LiveId" clId="{4F9DB227-A805-445B-8EB3-BA97E42E272A}" dt="2026-06-09T07:45:23.552" v="1471" actId="478"/>
          <ac:picMkLst>
            <pc:docMk/>
            <pc:sldMk cId="0" sldId="364"/>
            <ac:picMk id="22534" creationId="{00000000-0000-0000-0000-000000000000}"/>
          </ac:picMkLst>
        </pc:picChg>
      </pc:sldChg>
      <pc:sldChg chg="addSp delSp modSp mod">
        <pc:chgData name="lellaanushareddy@gmail.com" userId="027250594e07a548" providerId="LiveId" clId="{4F9DB227-A805-445B-8EB3-BA97E42E272A}" dt="2026-06-09T06:54:54.525" v="373" actId="27614"/>
        <pc:sldMkLst>
          <pc:docMk/>
          <pc:sldMk cId="0" sldId="365"/>
        </pc:sldMkLst>
        <pc:spChg chg="mod">
          <ac:chgData name="lellaanushareddy@gmail.com" userId="027250594e07a548" providerId="LiveId" clId="{4F9DB227-A805-445B-8EB3-BA97E42E272A}" dt="2026-06-09T06:51:04.221" v="332" actId="20577"/>
          <ac:spMkLst>
            <pc:docMk/>
            <pc:sldMk cId="0" sldId="365"/>
            <ac:spMk id="2" creationId="{00000000-0000-0000-0000-000000000000}"/>
          </ac:spMkLst>
        </pc:spChg>
        <pc:spChg chg="mod">
          <ac:chgData name="lellaanushareddy@gmail.com" userId="027250594e07a548" providerId="LiveId" clId="{4F9DB227-A805-445B-8EB3-BA97E42E272A}" dt="2026-06-09T06:47:35.322" v="107"/>
          <ac:spMkLst>
            <pc:docMk/>
            <pc:sldMk cId="0" sldId="365"/>
            <ac:spMk id="9219" creationId="{00000000-0000-0000-0000-000000000000}"/>
          </ac:spMkLst>
        </pc:spChg>
        <pc:picChg chg="add mod">
          <ac:chgData name="lellaanushareddy@gmail.com" userId="027250594e07a548" providerId="LiveId" clId="{4F9DB227-A805-445B-8EB3-BA97E42E272A}" dt="2026-06-09T06:54:54.525" v="373" actId="27614"/>
          <ac:picMkLst>
            <pc:docMk/>
            <pc:sldMk cId="0" sldId="365"/>
            <ac:picMk id="4" creationId="{00A619E1-71D3-E1BA-40D6-34BA2E7B6A86}"/>
          </ac:picMkLst>
        </pc:picChg>
        <pc:picChg chg="del">
          <ac:chgData name="lellaanushareddy@gmail.com" userId="027250594e07a548" providerId="LiveId" clId="{4F9DB227-A805-445B-8EB3-BA97E42E272A}" dt="2026-06-09T06:54:15.752" v="368" actId="478"/>
          <ac:picMkLst>
            <pc:docMk/>
            <pc:sldMk cId="0" sldId="365"/>
            <ac:picMk id="9220" creationId="{00000000-0000-0000-0000-000000000000}"/>
          </ac:picMkLst>
        </pc:picChg>
      </pc:sldChg>
      <pc:sldChg chg="addSp delSp modSp new mod">
        <pc:chgData name="lellaanushareddy@gmail.com" userId="027250594e07a548" providerId="LiveId" clId="{4F9DB227-A805-445B-8EB3-BA97E42E272A}" dt="2026-06-09T07:55:35.155" v="1646" actId="1076"/>
        <pc:sldMkLst>
          <pc:docMk/>
          <pc:sldMk cId="69404415" sldId="366"/>
        </pc:sldMkLst>
        <pc:spChg chg="del">
          <ac:chgData name="lellaanushareddy@gmail.com" userId="027250594e07a548" providerId="LiveId" clId="{4F9DB227-A805-445B-8EB3-BA97E42E272A}" dt="2026-06-09T07:53:05.753" v="1620" actId="478"/>
          <ac:spMkLst>
            <pc:docMk/>
            <pc:sldMk cId="69404415" sldId="366"/>
            <ac:spMk id="2" creationId="{A102E226-F581-E9C1-5D0F-60D6E88ADDD0}"/>
          </ac:spMkLst>
        </pc:spChg>
        <pc:spChg chg="add mod">
          <ac:chgData name="lellaanushareddy@gmail.com" userId="027250594e07a548" providerId="LiveId" clId="{4F9DB227-A805-445B-8EB3-BA97E42E272A}" dt="2026-06-09T07:53:12.075" v="1621" actId="767"/>
          <ac:spMkLst>
            <pc:docMk/>
            <pc:sldMk cId="69404415" sldId="366"/>
            <ac:spMk id="3" creationId="{A420072F-463B-51A6-E649-F94EA3A5F38D}"/>
          </ac:spMkLst>
        </pc:spChg>
        <pc:picChg chg="add mod">
          <ac:chgData name="lellaanushareddy@gmail.com" userId="027250594e07a548" providerId="LiveId" clId="{4F9DB227-A805-445B-8EB3-BA97E42E272A}" dt="2026-06-09T07:53:23.974" v="1625" actId="27614"/>
          <ac:picMkLst>
            <pc:docMk/>
            <pc:sldMk cId="69404415" sldId="366"/>
            <ac:picMk id="5" creationId="{0C0C096C-723D-4D38-3138-DF1D747C7340}"/>
          </ac:picMkLst>
        </pc:picChg>
        <pc:picChg chg="add mod">
          <ac:chgData name="lellaanushareddy@gmail.com" userId="027250594e07a548" providerId="LiveId" clId="{4F9DB227-A805-445B-8EB3-BA97E42E272A}" dt="2026-06-09T07:54:01.047" v="1632" actId="14100"/>
          <ac:picMkLst>
            <pc:docMk/>
            <pc:sldMk cId="69404415" sldId="366"/>
            <ac:picMk id="7" creationId="{2FADC6BA-61BB-7C76-5BD2-46A04DF9C948}"/>
          </ac:picMkLst>
        </pc:picChg>
        <pc:picChg chg="add mod">
          <ac:chgData name="lellaanushareddy@gmail.com" userId="027250594e07a548" providerId="LiveId" clId="{4F9DB227-A805-445B-8EB3-BA97E42E272A}" dt="2026-06-09T07:54:35.893" v="1637" actId="27614"/>
          <ac:picMkLst>
            <pc:docMk/>
            <pc:sldMk cId="69404415" sldId="366"/>
            <ac:picMk id="9" creationId="{44E037D1-2226-DCAF-6062-D003700C0182}"/>
          </ac:picMkLst>
        </pc:picChg>
        <pc:picChg chg="add mod">
          <ac:chgData name="lellaanushareddy@gmail.com" userId="027250594e07a548" providerId="LiveId" clId="{4F9DB227-A805-445B-8EB3-BA97E42E272A}" dt="2026-06-09T07:55:35.155" v="1646" actId="1076"/>
          <ac:picMkLst>
            <pc:docMk/>
            <pc:sldMk cId="69404415" sldId="366"/>
            <ac:picMk id="11" creationId="{F876E82A-4DEC-F3AE-AF00-BF39F0614EA4}"/>
          </ac:picMkLst>
        </pc:picChg>
      </pc:sldChg>
      <pc:sldChg chg="addSp delSp modSp new del mod">
        <pc:chgData name="lellaanushareddy@gmail.com" userId="027250594e07a548" providerId="LiveId" clId="{4F9DB227-A805-445B-8EB3-BA97E42E272A}" dt="2026-06-09T07:52:44.503" v="1618" actId="47"/>
        <pc:sldMkLst>
          <pc:docMk/>
          <pc:sldMk cId="2338811427" sldId="366"/>
        </pc:sldMkLst>
        <pc:spChg chg="mod">
          <ac:chgData name="lellaanushareddy@gmail.com" userId="027250594e07a548" providerId="LiveId" clId="{4F9DB227-A805-445B-8EB3-BA97E42E272A}" dt="2026-06-09T07:52:42.830" v="1617" actId="962"/>
          <ac:spMkLst>
            <pc:docMk/>
            <pc:sldMk cId="2338811427" sldId="366"/>
            <ac:spMk id="2" creationId="{9F74630D-3AE9-BEF9-B123-309192F20DB8}"/>
          </ac:spMkLst>
        </pc:spChg>
        <pc:spChg chg="del mod">
          <ac:chgData name="lellaanushareddy@gmail.com" userId="027250594e07a548" providerId="LiveId" clId="{4F9DB227-A805-445B-8EB3-BA97E42E272A}" dt="2026-06-09T07:51:49.395" v="1612" actId="478"/>
          <ac:spMkLst>
            <pc:docMk/>
            <pc:sldMk cId="2338811427" sldId="366"/>
            <ac:spMk id="3" creationId="{66F2E2B2-0540-7FAD-A388-970155BA988D}"/>
          </ac:spMkLst>
        </pc:spChg>
        <pc:picChg chg="add mod">
          <ac:chgData name="lellaanushareddy@gmail.com" userId="027250594e07a548" providerId="LiveId" clId="{4F9DB227-A805-445B-8EB3-BA97E42E272A}" dt="2026-06-09T07:52:42.828" v="1616" actId="27614"/>
          <ac:picMkLst>
            <pc:docMk/>
            <pc:sldMk cId="2338811427" sldId="366"/>
            <ac:picMk id="5" creationId="{951A4E20-DB28-37CC-D52F-43CE7CB0229C}"/>
          </ac:picMkLst>
        </pc:picChg>
      </pc:sldChg>
      <pc:sldChg chg="addSp delSp modSp new mod">
        <pc:chgData name="lellaanushareddy@gmail.com" userId="027250594e07a548" providerId="LiveId" clId="{4F9DB227-A805-445B-8EB3-BA97E42E272A}" dt="2026-06-09T08:02:24.972" v="1713" actId="2085"/>
        <pc:sldMkLst>
          <pc:docMk/>
          <pc:sldMk cId="1789777078" sldId="367"/>
        </pc:sldMkLst>
        <pc:spChg chg="add del mod">
          <ac:chgData name="lellaanushareddy@gmail.com" userId="027250594e07a548" providerId="LiveId" clId="{4F9DB227-A805-445B-8EB3-BA97E42E272A}" dt="2026-06-09T07:56:58.968" v="1663" actId="478"/>
          <ac:spMkLst>
            <pc:docMk/>
            <pc:sldMk cId="1789777078" sldId="367"/>
            <ac:spMk id="5" creationId="{D6E76A22-F2D9-1145-3291-1146566070DE}"/>
          </ac:spMkLst>
        </pc:spChg>
        <pc:spChg chg="add mod">
          <ac:chgData name="lellaanushareddy@gmail.com" userId="027250594e07a548" providerId="LiveId" clId="{4F9DB227-A805-445B-8EB3-BA97E42E272A}" dt="2026-06-09T08:02:24.972" v="1713" actId="2085"/>
          <ac:spMkLst>
            <pc:docMk/>
            <pc:sldMk cId="1789777078" sldId="367"/>
            <ac:spMk id="6" creationId="{81EB8A39-CC56-3E87-7CC3-F7177DAA698C}"/>
          </ac:spMkLst>
        </pc:spChg>
        <pc:picChg chg="add mod">
          <ac:chgData name="lellaanushareddy@gmail.com" userId="027250594e07a548" providerId="LiveId" clId="{4F9DB227-A805-445B-8EB3-BA97E42E272A}" dt="2026-06-09T07:56:09.393" v="1657" actId="1076"/>
          <ac:picMkLst>
            <pc:docMk/>
            <pc:sldMk cId="1789777078" sldId="367"/>
            <ac:picMk id="4" creationId="{71A85799-0CAB-F531-8D15-9C9FC57F3B31}"/>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FCD488E7-32EB-47E0-A410-553469FAE50A}" type="datetimeFigureOut">
              <a:rPr kumimoji="0" lang="en-US" sz="1200" b="0" i="0" u="none" strike="noStrike" kern="1200" cap="none" spc="0" normalizeH="0" baseline="0" noProof="0">
                <a:ln>
                  <a:noFill/>
                </a:ln>
                <a:solidFill>
                  <a:schemeClr val="tx1"/>
                </a:solidFill>
                <a:effectLst/>
                <a:uLnTx/>
                <a:uFillTx/>
                <a:latin typeface="+mn-lt"/>
                <a:ea typeface="+mn-ea"/>
                <a:cs typeface="+mn-cs"/>
              </a:rPr>
              <a:t>6/9/2026</a:t>
            </a:fld>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4" name="Footer Placeholder 3"/>
          <p:cNvSpPr>
            <a:spLocks noGrp="1"/>
          </p:cNvSpPr>
          <p:nvPr>
            <p:ph type="ftr" sz="quarter" idx="2"/>
          </p:nvPr>
        </p:nvSpPr>
        <p:spPr>
          <a:xfrm>
            <a:off x="0" y="8685213"/>
            <a:ext cx="2971800" cy="458788"/>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5" name="Slide Number Placeholder 4"/>
          <p:cNvSpPr>
            <a:spLocks noGrp="1"/>
          </p:cNvSpPr>
          <p:nvPr>
            <p:ph type="sldNum" sz="quarter" idx="3"/>
          </p:nvPr>
        </p:nvSpPr>
        <p:spPr>
          <a:xfrm>
            <a:off x="3884613" y="8685213"/>
            <a:ext cx="2971800" cy="458788"/>
          </a:xfrm>
          <a:prstGeom prst="rect">
            <a:avLst/>
          </a:prstGeom>
        </p:spPr>
        <p:txBody>
          <a:bodyPr vert="horz" wrap="square" lIns="91440" tIns="45720" rIns="91440" bIns="45720" numCol="1" anchor="b" anchorCtr="0" compatLnSpc="1"/>
          <a:lstStyle/>
          <a:p>
            <a:pPr lvl="0" algn="r" eaLnBrk="1" hangingPunct="1">
              <a:buNone/>
            </a:pPr>
            <a:fld id="{9A0DB2DC-4C9A-4742-B13C-FB6460FD3503}" type="slidenum">
              <a:rPr lang="en-US" altLang="en-US" sz="1200" dirty="0">
                <a:latin typeface="Century Gothic" panose="020B0502020202020204" pitchFamily="34" charset="0"/>
              </a:rPr>
              <a:t>‹#›</a:t>
            </a:fld>
            <a:endParaRPr lang="en-US" altLang="en-US" sz="1200" dirty="0">
              <a:latin typeface="Century Gothic" panose="020B0502020202020204" pitchFamily="34" charset="0"/>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228F3C24-9E74-400C-8A7B-4DFED47DC19B}" type="datetimeFigureOut">
              <a:rPr kumimoji="0" lang="en-US" sz="1200" b="0" i="0" u="none" strike="noStrike" kern="1200" cap="none" spc="0" normalizeH="0" baseline="0" noProof="0">
                <a:ln>
                  <a:noFill/>
                </a:ln>
                <a:solidFill>
                  <a:schemeClr val="tx1"/>
                </a:solidFill>
                <a:effectLst/>
                <a:uLnTx/>
                <a:uFillTx/>
                <a:latin typeface="+mn-lt"/>
                <a:ea typeface="+mn-ea"/>
                <a:cs typeface="+mn-cs"/>
              </a:rPr>
              <a:t>6/9/2026</a:t>
            </a:fld>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Click to edit Master text styles</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Second level</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Third level</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Fourth level</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Fifth level</a:t>
            </a:r>
          </a:p>
        </p:txBody>
      </p:sp>
      <p:sp>
        <p:nvSpPr>
          <p:cNvPr id="6" name="Footer Placeholder 5"/>
          <p:cNvSpPr>
            <a:spLocks noGrp="1"/>
          </p:cNvSpPr>
          <p:nvPr>
            <p:ph type="ftr" sz="quarter" idx="4"/>
          </p:nvPr>
        </p:nvSpPr>
        <p:spPr>
          <a:xfrm>
            <a:off x="0" y="8685213"/>
            <a:ext cx="2971800" cy="458788"/>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7" name="Slide Number Placeholder 6"/>
          <p:cNvSpPr>
            <a:spLocks noGrp="1"/>
          </p:cNvSpPr>
          <p:nvPr>
            <p:ph type="sldNum" sz="quarter" idx="5"/>
          </p:nvPr>
        </p:nvSpPr>
        <p:spPr>
          <a:xfrm>
            <a:off x="3884613" y="8685213"/>
            <a:ext cx="2971800" cy="458788"/>
          </a:xfrm>
          <a:prstGeom prst="rect">
            <a:avLst/>
          </a:prstGeom>
        </p:spPr>
        <p:txBody>
          <a:bodyPr vert="horz" wrap="square" lIns="91440" tIns="45720" rIns="91440" bIns="45720" numCol="1" anchor="b" anchorCtr="0" compatLnSpc="1"/>
          <a:lstStyle/>
          <a:p>
            <a:pPr lvl="0" algn="r" eaLnBrk="1" hangingPunct="1">
              <a:buNone/>
            </a:pPr>
            <a:fld id="{9A0DB2DC-4C9A-4742-B13C-FB6460FD3503}" type="slidenum">
              <a:rPr lang="en-US" altLang="en-US" sz="1200" dirty="0">
                <a:latin typeface="Century Gothic" panose="020B0502020202020204" pitchFamily="34" charset="0"/>
              </a:rPr>
              <a:t>‹#›</a:t>
            </a:fld>
            <a:endParaRPr lang="en-US" altLang="en-US" sz="1200" dirty="0">
              <a:latin typeface="Century Gothic" panose="020B0502020202020204" pitchFamily="34" charset="0"/>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a:ln>
            <a:solidFill>
              <a:srgbClr val="000000">
                <a:alpha val="100000"/>
              </a:srgbClr>
            </a:solidFill>
            <a:miter lim="800000"/>
          </a:ln>
        </p:spPr>
      </p:sp>
      <p:sp>
        <p:nvSpPr>
          <p:cNvPr id="14339" name="Notes Placeholder 2"/>
          <p:cNvSpPr>
            <a:spLocks noGrp="1"/>
          </p:cNvSpPr>
          <p:nvPr>
            <p:ph type="body" idx="1"/>
          </p:nvPr>
        </p:nvSpPr>
        <p:spPr>
          <a:noFill/>
          <a:ln>
            <a:noFill/>
          </a:ln>
        </p:spPr>
        <p:txBody>
          <a:bodyPr wrap="square" lIns="91440" tIns="45720" rIns="91440" bIns="45720" anchor="t" anchorCtr="0"/>
          <a:lstStyle/>
          <a:p>
            <a:pPr lvl="0" eaLnBrk="1" hangingPunct="1">
              <a:spcBef>
                <a:spcPct val="0"/>
              </a:spcBef>
            </a:pPr>
            <a:endParaRPr lang="en-IN" altLang="en-US" dirty="0"/>
          </a:p>
        </p:txBody>
      </p:sp>
      <p:sp>
        <p:nvSpPr>
          <p:cNvPr id="14340" name="Slide Number Placeholder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eaLnBrk="1" hangingPunct="1"/>
            <a:fld id="{9A0DB2DC-4C9A-4742-B13C-FB6460FD3503}" type="slidenum">
              <a:rPr lang="en-US" altLang="en-US" sz="1200" dirty="0">
                <a:latin typeface="Century Gothic" panose="020B0502020202020204" pitchFamily="34" charset="0"/>
              </a:rPr>
              <a:t>3</a:t>
            </a:fld>
            <a:endParaRPr lang="en-US" altLang="en-US" sz="1200" dirty="0">
              <a:latin typeface="Century Gothic" panose="020B0502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useBgFill="1">
        <p:nvSpPr>
          <p:cNvPr id="4" name="Rounded Rectangle 12"/>
          <p:cNvSpPr/>
          <p:nvPr/>
        </p:nvSpPr>
        <p:spPr>
          <a:xfrm>
            <a:off x="87313" y="69850"/>
            <a:ext cx="1201737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5" name="Rectangle 4"/>
          <p:cNvSpPr/>
          <p:nvPr/>
        </p:nvSpPr>
        <p:spPr bwMode="ltGray">
          <a:xfrm>
            <a:off x="84138" y="1449388"/>
            <a:ext cx="12028488" cy="1527175"/>
          </a:xfrm>
          <a:prstGeom prst="rect">
            <a:avLst/>
          </a:prstGeom>
          <a:solidFill>
            <a:schemeClr val="bg2">
              <a:lumMod val="5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6" name="Rectangle 5"/>
          <p:cNvSpPr/>
          <p:nvPr/>
        </p:nvSpPr>
        <p:spPr>
          <a:xfrm>
            <a:off x="84138" y="1397000"/>
            <a:ext cx="12028488" cy="120650"/>
          </a:xfrm>
          <a:prstGeom prst="rect">
            <a:avLst/>
          </a:prstGeom>
          <a:solidFill>
            <a:schemeClr val="bg2">
              <a:lumMod val="75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7" name="Rectangle 6"/>
          <p:cNvSpPr/>
          <p:nvPr/>
        </p:nvSpPr>
        <p:spPr>
          <a:xfrm>
            <a:off x="84138" y="2976563"/>
            <a:ext cx="12028488" cy="111125"/>
          </a:xfrm>
          <a:prstGeom prst="rect">
            <a:avLst/>
          </a:prstGeom>
          <a:solidFill>
            <a:schemeClr val="bg2"/>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9" name="Subtitle 8"/>
          <p:cNvSpPr>
            <a:spLocks noGrp="1"/>
          </p:cNvSpPr>
          <p:nvPr>
            <p:ph type="subTitle" idx="1"/>
          </p:nvPr>
        </p:nvSpPr>
        <p:spPr>
          <a:xfrm>
            <a:off x="1727200" y="3200400"/>
            <a:ext cx="85344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endParaRPr lang="en-US" dirty="0"/>
          </a:p>
        </p:txBody>
      </p:sp>
      <p:sp>
        <p:nvSpPr>
          <p:cNvPr id="8" name="Title 7"/>
          <p:cNvSpPr>
            <a:spLocks noGrp="1"/>
          </p:cNvSpPr>
          <p:nvPr>
            <p:ph type="ctrTitle"/>
          </p:nvPr>
        </p:nvSpPr>
        <p:spPr>
          <a:xfrm>
            <a:off x="609600" y="1505931"/>
            <a:ext cx="10972800" cy="1470025"/>
          </a:xfrm>
        </p:spPr>
        <p:txBody>
          <a:bodyPr anchor="ctr"/>
          <a:lstStyle>
            <a:lvl1pPr algn="ctr">
              <a:defRPr lang="en-US" dirty="0">
                <a:solidFill>
                  <a:schemeClr val="bg1"/>
                </a:solidFill>
              </a:defRPr>
            </a:lvl1pPr>
          </a:lstStyle>
          <a:p>
            <a:r>
              <a:rPr lang="en-US"/>
              <a:t>Click to edit Master title style</a:t>
            </a:r>
            <a:endParaRPr lang="en-US" dirty="0"/>
          </a:p>
        </p:txBody>
      </p:sp>
      <p:sp>
        <p:nvSpPr>
          <p:cNvPr id="3" name="Date Placeholder 27"/>
          <p:cNvSpPr>
            <a:spLocks noGrp="1"/>
          </p:cNvSpPr>
          <p:nvPr>
            <p:ph type="dt" sz="half" idx="2"/>
          </p:nvPr>
        </p:nvSpPr>
        <p:spPr>
          <a:xfrm>
            <a:off x="8229600" y="6191250"/>
            <a:ext cx="3302000" cy="476250"/>
          </a:xfrm>
          <a:prstGeom prst="rect">
            <a:avLst/>
          </a:prstGeom>
        </p:spPr>
        <p:txBody>
          <a:bodyPr anchor="ctr" anchorCtr="0"/>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E34760C8-6692-4694-A17A-B1FA3FBA16DF}" type="datetime2">
              <a:rPr kumimoji="0" lang="en-US" sz="1400" b="0" i="0" u="none" strike="noStrike" kern="1200" cap="none" spc="0" normalizeH="0" baseline="0" noProof="0">
                <a:ln>
                  <a:noFill/>
                </a:ln>
                <a:solidFill>
                  <a:schemeClr val="tx2"/>
                </a:solidFill>
                <a:effectLst/>
                <a:uLnTx/>
                <a:uFillTx/>
                <a:latin typeface="+mn-lt"/>
                <a:ea typeface="+mn-ea"/>
                <a:cs typeface="+mn-cs"/>
              </a:rPr>
              <a:t>Tuesday, June 9, 2026</a:t>
            </a:fld>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sp>
        <p:nvSpPr>
          <p:cNvPr id="10" name="Footer Placeholder 16"/>
          <p:cNvSpPr>
            <a:spLocks noGrp="1"/>
          </p:cNvSpPr>
          <p:nvPr>
            <p:ph type="ftr" sz="quarter" idx="3"/>
          </p:nvPr>
        </p:nvSpPr>
        <p:spPr>
          <a:xfrm>
            <a:off x="1219200" y="6172200"/>
            <a:ext cx="5283200" cy="457200"/>
          </a:xfrm>
          <a:prstGeom prst="rect">
            <a:avLst/>
          </a:prstGeom>
        </p:spPr>
        <p:txBody>
          <a:bodyPr anchor="ctr" anchorCtr="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400" b="0" i="0" u="none" strike="noStrike" kern="1200" cap="none" spc="0" normalizeH="0" baseline="0" noProof="0">
                <a:ln>
                  <a:noFill/>
                </a:ln>
                <a:solidFill>
                  <a:schemeClr val="tx2"/>
                </a:solidFill>
                <a:effectLst/>
                <a:uLnTx/>
                <a:uFillTx/>
                <a:latin typeface="+mn-lt"/>
                <a:ea typeface="+mn-ea"/>
                <a:cs typeface="+mn-cs"/>
              </a:rPr>
              <a:t>Second Review</a:t>
            </a:r>
          </a:p>
        </p:txBody>
      </p:sp>
      <p:sp>
        <p:nvSpPr>
          <p:cNvPr id="11" name="Slide Number Placeholder 28"/>
          <p:cNvSpPr>
            <a:spLocks noGrp="1"/>
          </p:cNvSpPr>
          <p:nvPr>
            <p:ph type="sldNum" sz="quarter" idx="4"/>
          </p:nvPr>
        </p:nvSpPr>
        <p:spPr>
          <a:xfrm>
            <a:off x="195263" y="6210300"/>
            <a:ext cx="609600" cy="457200"/>
          </a:xfrm>
          <a:prstGeom prst="ellipse">
            <a:avLst/>
          </a:prstGeom>
          <a:solidFill>
            <a:schemeClr val="bg2">
              <a:lumMod val="50000"/>
            </a:schemeClr>
          </a:solidFill>
          <a:ln>
            <a:solidFill>
              <a:schemeClr val="bg2">
                <a:lumMod val="50000"/>
              </a:schemeClr>
            </a:solidFill>
          </a:ln>
        </p:spPr>
        <p:txBody>
          <a:bodyPr vert="horz" wrap="none" lIns="0" tIns="0" rIns="0" bIns="0" numCol="1" anchor="ctr" anchorCtr="1" compatLnSpc="1">
            <a:noAutofit/>
          </a:bodyPr>
          <a:lstStyle/>
          <a:p>
            <a:pPr algn="ctr" eaLnBrk="1" hangingPunct="1">
              <a:buNone/>
            </a:pPr>
            <a:fld id="{9A0DB2DC-4C9A-4742-B13C-FB6460FD3503}" type="slidenum">
              <a:rPr lang="en-US" altLang="en-US" dirty="0">
                <a:solidFill>
                  <a:srgbClr val="FFFFFF"/>
                </a:solidFill>
                <a:latin typeface="Century Gothic" panose="020B0502020202020204" pitchFamily="34" charset="0"/>
              </a:rPr>
              <a:t>‹#›</a:t>
            </a:fld>
            <a:endParaRPr lang="en-US" altLang="en-US" dirty="0">
              <a:solidFill>
                <a:srgbClr val="FFFFFF"/>
              </a:solidFill>
              <a:latin typeface="Century Gothic" panose="020B0502020202020204" pitchFamily="34" charset="0"/>
            </a:endParaRPr>
          </a:p>
        </p:txBody>
      </p:sp>
    </p:spTree>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8" name="Content Placeholder 7"/>
          <p:cNvSpPr>
            <a:spLocks noGrp="1"/>
          </p:cNvSpPr>
          <p:nvPr>
            <p:ph sz="quarter" idx="1"/>
          </p:nvPr>
        </p:nvSpPr>
        <p:spPr>
          <a:xfrm>
            <a:off x="1219200" y="1447800"/>
            <a:ext cx="103632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6B0FF2C-FCB8-44B9-B5FF-90105FB027DF}" type="datetime2">
              <a:rPr kumimoji="0" lang="en-US" sz="1400" b="0" i="0" u="none" strike="noStrike" kern="1200" cap="none" spc="0" normalizeH="0" baseline="0" noProof="0">
                <a:ln>
                  <a:noFill/>
                </a:ln>
                <a:solidFill>
                  <a:schemeClr val="tx2"/>
                </a:solidFill>
                <a:effectLst/>
                <a:uLnTx/>
                <a:uFillTx/>
                <a:latin typeface="+mn-lt"/>
                <a:ea typeface="+mn-ea"/>
                <a:cs typeface="+mn-cs"/>
              </a:rPr>
              <a:t>Tuesday, June 9, 2026</a:t>
            </a:fld>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sp>
        <p:nvSpPr>
          <p:cNvPr id="4" name="Footer Placeholder 3"/>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400" b="0" i="0" u="none" strike="noStrike" kern="1200" cap="none" spc="0" normalizeH="0" baseline="0" noProof="0">
                <a:ln>
                  <a:noFill/>
                </a:ln>
                <a:solidFill>
                  <a:schemeClr val="tx2"/>
                </a:solidFill>
                <a:effectLst/>
                <a:uLnTx/>
                <a:uFillTx/>
                <a:latin typeface="+mn-lt"/>
                <a:ea typeface="+mn-ea"/>
                <a:cs typeface="+mn-cs"/>
              </a:rPr>
              <a:t>Second Review</a:t>
            </a:r>
          </a:p>
        </p:txBody>
      </p:sp>
      <p:sp>
        <p:nvSpPr>
          <p:cNvPr id="5" name="Slide Number Placeholder 4"/>
          <p:cNvSpPr>
            <a:spLocks noGrp="1"/>
          </p:cNvSpPr>
          <p:nvPr>
            <p:ph type="sldNum" sz="quarter" idx="12"/>
          </p:nvPr>
        </p:nvSpPr>
        <p:spPr/>
        <p:txBody>
          <a:bodyPr/>
          <a:lstStyle/>
          <a:p>
            <a:pPr lvl="0" eaLnBrk="1" hangingPunct="1">
              <a:buNone/>
            </a:pPr>
            <a:fld id="{9A0DB2DC-4C9A-4742-B13C-FB6460FD3503}" type="slidenum">
              <a:rPr lang="en-US" altLang="en-US" dirty="0"/>
              <a:t>‹#›</a:t>
            </a:fld>
            <a:endParaRPr lang="en-US" altLang="en-US" dirty="0">
              <a:latin typeface="Palatino Linotype" panose="02040502050505030304" pitchFamily="18" charset="0"/>
            </a:endParaRPr>
          </a:p>
        </p:txBody>
      </p:sp>
    </p:spTree>
  </p:cSld>
  <p:clrMapOvr>
    <a:masterClrMapping/>
  </p:clrMapOvr>
  <p:transition spd="med">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4" name="Rectangle 1"/>
          <p:cNvSpPr/>
          <p:nvPr/>
        </p:nvSpPr>
        <p:spPr>
          <a:xfrm>
            <a:off x="0" y="0"/>
            <a:ext cx="12192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useBgFill="1">
        <p:nvSpPr>
          <p:cNvPr id="5" name="Rounded Rectangle 9"/>
          <p:cNvSpPr/>
          <p:nvPr/>
        </p:nvSpPr>
        <p:spPr>
          <a:xfrm>
            <a:off x="87084" y="69756"/>
            <a:ext cx="12017829"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6" name="Rectangle 4"/>
          <p:cNvSpPr/>
          <p:nvPr/>
        </p:nvSpPr>
        <p:spPr>
          <a:xfrm flipV="1">
            <a:off x="92075" y="2376488"/>
            <a:ext cx="12018963"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7" name="Rectangle 5"/>
          <p:cNvSpPr/>
          <p:nvPr/>
        </p:nvSpPr>
        <p:spPr>
          <a:xfrm>
            <a:off x="92075" y="2341563"/>
            <a:ext cx="12018963" cy="46038"/>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8" name="Rectangle 6"/>
          <p:cNvSpPr/>
          <p:nvPr/>
        </p:nvSpPr>
        <p:spPr>
          <a:xfrm>
            <a:off x="90488" y="2468563"/>
            <a:ext cx="12020550" cy="46038"/>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3" name="Text Placeholder 2"/>
          <p:cNvSpPr>
            <a:spLocks noGrp="1"/>
          </p:cNvSpPr>
          <p:nvPr>
            <p:ph type="body" idx="1"/>
          </p:nvPr>
        </p:nvSpPr>
        <p:spPr>
          <a:xfrm>
            <a:off x="963084" y="2547938"/>
            <a:ext cx="10363200" cy="1338262"/>
          </a:xfrm>
        </p:spPr>
        <p:txBody>
          <a:bodyPr/>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2" name="Title 1"/>
          <p:cNvSpPr>
            <a:spLocks noGrp="1"/>
          </p:cNvSpPr>
          <p:nvPr>
            <p:ph type="title"/>
          </p:nvPr>
        </p:nvSpPr>
        <p:spPr>
          <a:xfrm>
            <a:off x="963084" y="952501"/>
            <a:ext cx="10363200" cy="1362075"/>
          </a:xfrm>
        </p:spPr>
        <p:txBody>
          <a:bodyPr/>
          <a:lstStyle>
            <a:lvl1pPr algn="l">
              <a:buNone/>
              <a:defRPr sz="4000" b="0" cap="none"/>
            </a:lvl1pPr>
          </a:lstStyle>
          <a:p>
            <a:r>
              <a:rPr lang="en-US"/>
              <a:t>Click to edit Master title style</a:t>
            </a:r>
          </a:p>
        </p:txBody>
      </p:sp>
      <p:sp>
        <p:nvSpPr>
          <p:cNvPr id="9" name="Date Placeholder 3"/>
          <p:cNvSpPr>
            <a:spLocks noGrp="1"/>
          </p:cNvSpPr>
          <p:nvPr>
            <p:ph type="dt" sz="half" idx="2"/>
          </p:nvPr>
        </p:nvSpPr>
        <p:spPr>
          <a:xfrm>
            <a:off x="8229600" y="6191250"/>
            <a:ext cx="3302000" cy="476250"/>
          </a:xfrm>
          <a:prstGeom prst="rect">
            <a:avLst/>
          </a:prstGeom>
        </p:spPr>
        <p:txBody>
          <a:bodyPr anchor="ctr" anchorCtr="0"/>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3DD293C7-E456-4A8D-B79A-50559D68E43D}" type="datetime2">
              <a:rPr kumimoji="0" lang="en-US" sz="1400" b="0" i="0" u="none" strike="noStrike" kern="1200" cap="none" spc="0" normalizeH="0" baseline="0" noProof="0">
                <a:ln>
                  <a:noFill/>
                </a:ln>
                <a:solidFill>
                  <a:schemeClr val="tx2"/>
                </a:solidFill>
                <a:effectLst/>
                <a:uLnTx/>
                <a:uFillTx/>
                <a:latin typeface="+mn-lt"/>
                <a:ea typeface="+mn-ea"/>
                <a:cs typeface="+mn-cs"/>
              </a:rPr>
              <a:t>Tuesday, June 9, 2026</a:t>
            </a:fld>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sp>
        <p:nvSpPr>
          <p:cNvPr id="10" name="Footer Placeholder 4"/>
          <p:cNvSpPr>
            <a:spLocks noGrp="1"/>
          </p:cNvSpPr>
          <p:nvPr>
            <p:ph type="ftr" sz="quarter" idx="3"/>
          </p:nvPr>
        </p:nvSpPr>
        <p:spPr>
          <a:xfrm>
            <a:off x="1066800" y="6172200"/>
            <a:ext cx="5334000" cy="457200"/>
          </a:xfrm>
          <a:prstGeom prst="rect">
            <a:avLst/>
          </a:prstGeom>
        </p:spPr>
        <p:txBody>
          <a:bodyPr anchor="ctr" anchorCtr="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400" b="0" i="0" u="none" strike="noStrike" kern="1200" cap="none" spc="0" normalizeH="0" baseline="0" noProof="0">
                <a:ln>
                  <a:noFill/>
                </a:ln>
                <a:solidFill>
                  <a:schemeClr val="tx2"/>
                </a:solidFill>
                <a:effectLst/>
                <a:uLnTx/>
                <a:uFillTx/>
                <a:latin typeface="+mn-lt"/>
                <a:ea typeface="+mn-ea"/>
                <a:cs typeface="+mn-cs"/>
              </a:rPr>
              <a:t>Second Review</a:t>
            </a:r>
          </a:p>
        </p:txBody>
      </p:sp>
      <p:sp>
        <p:nvSpPr>
          <p:cNvPr id="11" name="Slide Number Placeholder 5"/>
          <p:cNvSpPr>
            <a:spLocks noGrp="1"/>
          </p:cNvSpPr>
          <p:nvPr>
            <p:ph type="sldNum" sz="quarter" idx="4"/>
          </p:nvPr>
        </p:nvSpPr>
        <p:spPr>
          <a:xfrm>
            <a:off x="195263" y="6208713"/>
            <a:ext cx="609600" cy="457200"/>
          </a:xfrm>
          <a:prstGeom prst="ellipse">
            <a:avLst/>
          </a:prstGeom>
          <a:solidFill>
            <a:schemeClr val="bg2">
              <a:lumMod val="50000"/>
            </a:schemeClr>
          </a:solidFill>
          <a:ln>
            <a:solidFill>
              <a:schemeClr val="bg2">
                <a:lumMod val="50000"/>
              </a:schemeClr>
            </a:solidFill>
          </a:ln>
        </p:spPr>
        <p:txBody>
          <a:bodyPr vert="horz" wrap="none" lIns="0" tIns="0" rIns="0" bIns="0" numCol="1" anchor="ctr" anchorCtr="1" compatLnSpc="1">
            <a:noAutofit/>
          </a:bodyPr>
          <a:lstStyle/>
          <a:p>
            <a:pPr algn="ctr" eaLnBrk="1" hangingPunct="1">
              <a:buNone/>
            </a:pPr>
            <a:fld id="{9A0DB2DC-4C9A-4742-B13C-FB6460FD3503}" type="slidenum">
              <a:rPr lang="en-US" altLang="en-US" dirty="0">
                <a:latin typeface="Century Gothic" panose="020B0502020202020204" pitchFamily="34" charset="0"/>
              </a:rPr>
              <a:t>‹#›</a:t>
            </a:fld>
            <a:endParaRPr lang="en-US" altLang="en-US" dirty="0">
              <a:latin typeface="Century Gothic" panose="020B0502020202020204" pitchFamily="34" charset="0"/>
            </a:endParaRPr>
          </a:p>
        </p:txBody>
      </p:sp>
    </p:spTree>
  </p:cSld>
  <p:clrMapOvr>
    <a:masterClrMapping/>
  </p:clrMapOvr>
  <p:transition spd="med">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1" name="Content Placeholder 10"/>
          <p:cNvSpPr>
            <a:spLocks noGrp="1"/>
          </p:cNvSpPr>
          <p:nvPr>
            <p:ph sz="quarter" idx="2"/>
          </p:nvPr>
        </p:nvSpPr>
        <p:spPr>
          <a:xfrm>
            <a:off x="6578600" y="1447800"/>
            <a:ext cx="499872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p:cNvSpPr>
            <a:spLocks noGrp="1"/>
          </p:cNvSpPr>
          <p:nvPr>
            <p:ph sz="quarter" idx="1"/>
          </p:nvPr>
        </p:nvSpPr>
        <p:spPr>
          <a:xfrm>
            <a:off x="1219200" y="1447800"/>
            <a:ext cx="499872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6B0FF2C-FCB8-44B9-B5FF-90105FB027DF}" type="datetime2">
              <a:rPr kumimoji="0" lang="en-US" sz="1400" b="0" i="0" u="none" strike="noStrike" kern="1200" cap="none" spc="0" normalizeH="0" baseline="0" noProof="0">
                <a:ln>
                  <a:noFill/>
                </a:ln>
                <a:solidFill>
                  <a:schemeClr val="tx2"/>
                </a:solidFill>
                <a:effectLst/>
                <a:uLnTx/>
                <a:uFillTx/>
                <a:latin typeface="+mn-lt"/>
                <a:ea typeface="+mn-ea"/>
                <a:cs typeface="+mn-cs"/>
              </a:rPr>
              <a:t>Tuesday, June 9, 2026</a:t>
            </a:fld>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sp>
        <p:nvSpPr>
          <p:cNvPr id="4" name="Footer Placeholder 3"/>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400" b="0" i="0" u="none" strike="noStrike" kern="1200" cap="none" spc="0" normalizeH="0" baseline="0" noProof="0">
                <a:ln>
                  <a:noFill/>
                </a:ln>
                <a:solidFill>
                  <a:schemeClr val="tx2"/>
                </a:solidFill>
                <a:effectLst/>
                <a:uLnTx/>
                <a:uFillTx/>
                <a:latin typeface="+mn-lt"/>
                <a:ea typeface="+mn-ea"/>
                <a:cs typeface="+mn-cs"/>
              </a:rPr>
              <a:t>Second Review</a:t>
            </a:r>
          </a:p>
        </p:txBody>
      </p:sp>
      <p:sp>
        <p:nvSpPr>
          <p:cNvPr id="5" name="Slide Number Placeholder 4"/>
          <p:cNvSpPr>
            <a:spLocks noGrp="1"/>
          </p:cNvSpPr>
          <p:nvPr>
            <p:ph type="sldNum" sz="quarter" idx="12"/>
          </p:nvPr>
        </p:nvSpPr>
        <p:spPr/>
        <p:txBody>
          <a:bodyPr/>
          <a:lstStyle/>
          <a:p>
            <a:pPr lvl="0" eaLnBrk="1" hangingPunct="1">
              <a:buNone/>
            </a:pPr>
            <a:fld id="{9A0DB2DC-4C9A-4742-B13C-FB6460FD3503}" type="slidenum">
              <a:rPr lang="en-US" altLang="en-US" dirty="0"/>
              <a:t>‹#›</a:t>
            </a:fld>
            <a:endParaRPr lang="en-US" altLang="en-US" dirty="0">
              <a:latin typeface="Palatino Linotype" panose="02040502050505030304" pitchFamily="18" charset="0"/>
            </a:endParaRPr>
          </a:p>
        </p:txBody>
      </p:sp>
    </p:spTree>
  </p:cSld>
  <p:clrMapOvr>
    <a:masterClrMapping/>
  </p:clrMapOvr>
  <p:transition spd="med">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3" name="Content Placeholder 12"/>
          <p:cNvSpPr>
            <a:spLocks noGrp="1"/>
          </p:cNvSpPr>
          <p:nvPr>
            <p:ph sz="half" idx="4"/>
          </p:nvPr>
        </p:nvSpPr>
        <p:spPr>
          <a:xfrm>
            <a:off x="6604000" y="2247900"/>
            <a:ext cx="49784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3"/>
          </p:nvPr>
        </p:nvSpPr>
        <p:spPr>
          <a:xfrm>
            <a:off x="6604000" y="1447800"/>
            <a:ext cx="4978400" cy="762000"/>
          </a:xfrm>
          <a:noFill/>
          <a:ln w="12700" cap="sq" cmpd="sng" algn="ctr">
            <a:noFill/>
            <a:prstDash val="solid"/>
          </a:ln>
        </p:spPr>
        <p:txBody>
          <a:bodyPr anchor="b">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11" name="Content Placeholder 10"/>
          <p:cNvSpPr>
            <a:spLocks noGrp="1"/>
          </p:cNvSpPr>
          <p:nvPr>
            <p:ph sz="half" idx="2"/>
          </p:nvPr>
        </p:nvSpPr>
        <p:spPr>
          <a:xfrm>
            <a:off x="1219200" y="2247900"/>
            <a:ext cx="49784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2"/>
          <p:cNvSpPr>
            <a:spLocks noGrp="1"/>
          </p:cNvSpPr>
          <p:nvPr>
            <p:ph type="body" idx="1"/>
          </p:nvPr>
        </p:nvSpPr>
        <p:spPr>
          <a:xfrm>
            <a:off x="1219200" y="1447800"/>
            <a:ext cx="4978400" cy="762000"/>
          </a:xfrm>
          <a:noFill/>
          <a:ln w="12700" cap="sq" cmpd="sng" algn="ctr">
            <a:noFill/>
            <a:prstDash val="solid"/>
          </a:ln>
        </p:spPr>
        <p:txBody>
          <a:bodyPr anchor="b">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2" name="Title 1"/>
          <p:cNvSpPr>
            <a:spLocks noGrp="1"/>
          </p:cNvSpPr>
          <p:nvPr>
            <p:ph type="title"/>
          </p:nvPr>
        </p:nvSpPr>
        <p:spPr>
          <a:xfrm>
            <a:off x="1219200" y="273050"/>
            <a:ext cx="10363200" cy="1143000"/>
          </a:xfrm>
        </p:spPr>
        <p:txBody>
          <a:bodyPr/>
          <a:lstStyle>
            <a:lvl1pPr>
              <a:defRPr/>
            </a:lvl1pPr>
          </a:lstStyle>
          <a:p>
            <a:r>
              <a:rPr lang="en-US"/>
              <a:t>Click to edit Master title style</a:t>
            </a:r>
          </a:p>
        </p:txBody>
      </p:sp>
      <p:sp>
        <p:nvSpPr>
          <p:cNvPr id="5" name="Date Placeholder 4"/>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6B0FF2C-FCB8-44B9-B5FF-90105FB027DF}" type="datetime2">
              <a:rPr kumimoji="0" lang="en-US" sz="1400" b="0" i="0" u="none" strike="noStrike" kern="1200" cap="none" spc="0" normalizeH="0" baseline="0" noProof="0">
                <a:ln>
                  <a:noFill/>
                </a:ln>
                <a:solidFill>
                  <a:schemeClr val="tx2"/>
                </a:solidFill>
                <a:effectLst/>
                <a:uLnTx/>
                <a:uFillTx/>
                <a:latin typeface="+mn-lt"/>
                <a:ea typeface="+mn-ea"/>
                <a:cs typeface="+mn-cs"/>
              </a:rPr>
              <a:t>Tuesday, June 9, 2026</a:t>
            </a:fld>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sp>
        <p:nvSpPr>
          <p:cNvPr id="6" name="Footer Placeholder 5"/>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400" b="0" i="0" u="none" strike="noStrike" kern="1200" cap="none" spc="0" normalizeH="0" baseline="0" noProof="0">
                <a:ln>
                  <a:noFill/>
                </a:ln>
                <a:solidFill>
                  <a:schemeClr val="tx2"/>
                </a:solidFill>
                <a:effectLst/>
                <a:uLnTx/>
                <a:uFillTx/>
                <a:latin typeface="+mn-lt"/>
                <a:ea typeface="+mn-ea"/>
                <a:cs typeface="+mn-cs"/>
              </a:rPr>
              <a:t>Second Review</a:t>
            </a:r>
          </a:p>
        </p:txBody>
      </p:sp>
      <p:sp>
        <p:nvSpPr>
          <p:cNvPr id="7" name="Slide Number Placeholder 6"/>
          <p:cNvSpPr>
            <a:spLocks noGrp="1"/>
          </p:cNvSpPr>
          <p:nvPr>
            <p:ph type="sldNum" sz="quarter" idx="12"/>
          </p:nvPr>
        </p:nvSpPr>
        <p:spPr/>
        <p:txBody>
          <a:bodyPr/>
          <a:lstStyle/>
          <a:p>
            <a:pPr lvl="0" eaLnBrk="1" hangingPunct="1">
              <a:buNone/>
            </a:pPr>
            <a:fld id="{9A0DB2DC-4C9A-4742-B13C-FB6460FD3503}" type="slidenum">
              <a:rPr lang="en-US" altLang="en-US" dirty="0"/>
              <a:t>‹#›</a:t>
            </a:fld>
            <a:endParaRPr lang="en-US" altLang="en-US" dirty="0">
              <a:latin typeface="Palatino Linotype" panose="02040502050505030304" pitchFamily="18" charset="0"/>
            </a:endParaRPr>
          </a:p>
        </p:txBody>
      </p:sp>
    </p:spTree>
  </p:cSld>
  <p:clrMapOvr>
    <a:masterClrMapping/>
  </p:clrMapOvr>
  <p:transition spd="med">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6B0FF2C-FCB8-44B9-B5FF-90105FB027DF}" type="datetime2">
              <a:rPr kumimoji="0" lang="en-US" sz="1400" b="0" i="0" u="none" strike="noStrike" kern="1200" cap="none" spc="0" normalizeH="0" baseline="0" noProof="0">
                <a:ln>
                  <a:noFill/>
                </a:ln>
                <a:solidFill>
                  <a:schemeClr val="tx2"/>
                </a:solidFill>
                <a:effectLst/>
                <a:uLnTx/>
                <a:uFillTx/>
                <a:latin typeface="+mn-lt"/>
                <a:ea typeface="+mn-ea"/>
                <a:cs typeface="+mn-cs"/>
              </a:rPr>
              <a:t>Tuesday, June 9, 2026</a:t>
            </a:fld>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sp>
        <p:nvSpPr>
          <p:cNvPr id="4" name="Footer Placeholder 3"/>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400" b="0" i="0" u="none" strike="noStrike" kern="1200" cap="none" spc="0" normalizeH="0" baseline="0" noProof="0">
                <a:ln>
                  <a:noFill/>
                </a:ln>
                <a:solidFill>
                  <a:schemeClr val="tx2"/>
                </a:solidFill>
                <a:effectLst/>
                <a:uLnTx/>
                <a:uFillTx/>
                <a:latin typeface="+mn-lt"/>
                <a:ea typeface="+mn-ea"/>
                <a:cs typeface="+mn-cs"/>
              </a:rPr>
              <a:t>Second Review</a:t>
            </a:r>
          </a:p>
        </p:txBody>
      </p:sp>
      <p:sp>
        <p:nvSpPr>
          <p:cNvPr id="5" name="Slide Number Placeholder 4"/>
          <p:cNvSpPr>
            <a:spLocks noGrp="1"/>
          </p:cNvSpPr>
          <p:nvPr>
            <p:ph type="sldNum" sz="quarter" idx="12"/>
          </p:nvPr>
        </p:nvSpPr>
        <p:spPr/>
        <p:txBody>
          <a:bodyPr/>
          <a:lstStyle/>
          <a:p>
            <a:pPr lvl="0" eaLnBrk="1" hangingPunct="1">
              <a:buNone/>
            </a:pPr>
            <a:fld id="{9A0DB2DC-4C9A-4742-B13C-FB6460FD3503}" type="slidenum">
              <a:rPr lang="en-US" altLang="en-US" dirty="0"/>
              <a:t>‹#›</a:t>
            </a:fld>
            <a:endParaRPr lang="en-US" altLang="en-US" dirty="0">
              <a:latin typeface="Palatino Linotype" panose="02040502050505030304" pitchFamily="18" charset="0"/>
            </a:endParaRPr>
          </a:p>
        </p:txBody>
      </p:sp>
    </p:spTree>
  </p:cSld>
  <p:clrMapOvr>
    <a:masterClrMapping/>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6B0FF2C-FCB8-44B9-B5FF-90105FB027DF}" type="datetime2">
              <a:rPr kumimoji="0" lang="en-US" sz="1400" b="0" i="0" u="none" strike="noStrike" kern="1200" cap="none" spc="0" normalizeH="0" baseline="0" noProof="0">
                <a:ln>
                  <a:noFill/>
                </a:ln>
                <a:solidFill>
                  <a:schemeClr val="tx2"/>
                </a:solidFill>
                <a:effectLst/>
                <a:uLnTx/>
                <a:uFillTx/>
                <a:latin typeface="+mn-lt"/>
                <a:ea typeface="+mn-ea"/>
                <a:cs typeface="+mn-cs"/>
              </a:rPr>
              <a:t>Tuesday, June 9, 2026</a:t>
            </a:fld>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sp>
        <p:nvSpPr>
          <p:cNvPr id="3" name="Footer Placeholder 2"/>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400" b="0" i="0" u="none" strike="noStrike" kern="1200" cap="none" spc="0" normalizeH="0" baseline="0" noProof="0">
                <a:ln>
                  <a:noFill/>
                </a:ln>
                <a:solidFill>
                  <a:schemeClr val="tx2"/>
                </a:solidFill>
                <a:effectLst/>
                <a:uLnTx/>
                <a:uFillTx/>
                <a:latin typeface="+mn-lt"/>
                <a:ea typeface="+mn-ea"/>
                <a:cs typeface="+mn-cs"/>
              </a:rPr>
              <a:t>Second Review</a:t>
            </a:r>
          </a:p>
        </p:txBody>
      </p:sp>
      <p:sp>
        <p:nvSpPr>
          <p:cNvPr id="4" name="Slide Number Placeholder 3"/>
          <p:cNvSpPr>
            <a:spLocks noGrp="1"/>
          </p:cNvSpPr>
          <p:nvPr>
            <p:ph type="sldNum" sz="quarter" idx="12"/>
          </p:nvPr>
        </p:nvSpPr>
        <p:spPr/>
        <p:txBody>
          <a:bodyPr/>
          <a:lstStyle/>
          <a:p>
            <a:pPr lvl="0" eaLnBrk="1" hangingPunct="1">
              <a:buNone/>
            </a:pPr>
            <a:fld id="{9A0DB2DC-4C9A-4742-B13C-FB6460FD3503}" type="slidenum">
              <a:rPr lang="en-US" altLang="en-US" dirty="0"/>
              <a:t>‹#›</a:t>
            </a:fld>
            <a:endParaRPr lang="en-US" altLang="en-US" dirty="0">
              <a:latin typeface="Palatino Linotype" panose="02040502050505030304" pitchFamily="18" charset="0"/>
            </a:endParaRPr>
          </a:p>
        </p:txBody>
      </p:sp>
    </p:spTree>
  </p:cSld>
  <p:clrMapOvr>
    <a:masterClrMapping/>
  </p:clrMapOvr>
  <p:transition spd="med">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bg>
      <p:bgPr>
        <a:solidFill>
          <a:schemeClr val="bg1"/>
        </a:solidFill>
        <a:effectLst/>
      </p:bgPr>
    </p:bg>
    <p:spTree>
      <p:nvGrpSpPr>
        <p:cNvPr id="1" name=""/>
        <p:cNvGrpSpPr/>
        <p:nvPr/>
      </p:nvGrpSpPr>
      <p:grpSpPr>
        <a:xfrm>
          <a:off x="0" y="0"/>
          <a:ext cx="0" cy="0"/>
          <a:chOff x="0" y="0"/>
          <a:chExt cx="0" cy="0"/>
        </a:xfrm>
      </p:grpSpPr>
      <p:sp>
        <p:nvSpPr>
          <p:cNvPr id="4" name="Rectangle 1"/>
          <p:cNvSpPr/>
          <p:nvPr/>
        </p:nvSpPr>
        <p:spPr>
          <a:xfrm>
            <a:off x="0" y="0"/>
            <a:ext cx="12192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useBgFill="1">
        <p:nvSpPr>
          <p:cNvPr id="5" name="Rounded Rectangle 8"/>
          <p:cNvSpPr/>
          <p:nvPr/>
        </p:nvSpPr>
        <p:spPr>
          <a:xfrm>
            <a:off x="85725" y="69850"/>
            <a:ext cx="1201737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1" name="Content Placeholder 10"/>
          <p:cNvSpPr>
            <a:spLocks noGrp="1"/>
          </p:cNvSpPr>
          <p:nvPr>
            <p:ph sz="quarter" idx="1"/>
          </p:nvPr>
        </p:nvSpPr>
        <p:spPr>
          <a:xfrm>
            <a:off x="3962400" y="1600200"/>
            <a:ext cx="7620000" cy="4495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2"/>
          <p:cNvSpPr>
            <a:spLocks noGrp="1"/>
          </p:cNvSpPr>
          <p:nvPr>
            <p:ph type="body" idx="2"/>
          </p:nvPr>
        </p:nvSpPr>
        <p:spPr>
          <a:xfrm>
            <a:off x="1219200" y="1600200"/>
            <a:ext cx="2540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2" name="Title 1"/>
          <p:cNvSpPr>
            <a:spLocks noGrp="1"/>
          </p:cNvSpPr>
          <p:nvPr>
            <p:ph type="title"/>
          </p:nvPr>
        </p:nvSpPr>
        <p:spPr>
          <a:xfrm>
            <a:off x="1219200" y="273050"/>
            <a:ext cx="10363200" cy="1143000"/>
          </a:xfrm>
        </p:spPr>
        <p:txBody>
          <a:bodyPr/>
          <a:lstStyle>
            <a:lvl1pPr algn="l">
              <a:buNone/>
              <a:defRPr sz="4000" b="0"/>
            </a:lvl1pPr>
          </a:lstStyle>
          <a:p>
            <a:r>
              <a:rPr lang="en-US"/>
              <a:t>Click to edit Master title style</a:t>
            </a:r>
          </a:p>
        </p:txBody>
      </p:sp>
      <p:sp>
        <p:nvSpPr>
          <p:cNvPr id="6" name="Date Placeholder 4"/>
          <p:cNvSpPr>
            <a:spLocks noGrp="1"/>
          </p:cNvSpPr>
          <p:nvPr>
            <p:ph type="dt" sz="half" idx="12"/>
          </p:nvPr>
        </p:nvSpPr>
        <p:spPr>
          <a:xfrm>
            <a:off x="8229600" y="6191250"/>
            <a:ext cx="3302000" cy="476250"/>
          </a:xfrm>
          <a:prstGeom prst="rect">
            <a:avLst/>
          </a:prstGeom>
        </p:spPr>
        <p:txBody>
          <a:bodyPr anchor="ctr" anchorCtr="0"/>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BF11D6E5-B54A-4CCE-A0BA-821228565365}" type="datetime2">
              <a:rPr kumimoji="0" lang="en-US" sz="1400" b="0" i="0" u="none" strike="noStrike" kern="1200" cap="none" spc="0" normalizeH="0" baseline="0" noProof="0">
                <a:ln>
                  <a:noFill/>
                </a:ln>
                <a:solidFill>
                  <a:schemeClr val="tx2"/>
                </a:solidFill>
                <a:effectLst/>
                <a:uLnTx/>
                <a:uFillTx/>
                <a:latin typeface="+mn-lt"/>
                <a:ea typeface="+mn-ea"/>
                <a:cs typeface="+mn-cs"/>
              </a:rPr>
              <a:t>Tuesday, June 9, 2026</a:t>
            </a:fld>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sp>
        <p:nvSpPr>
          <p:cNvPr id="7" name="Footer Placeholder 5"/>
          <p:cNvSpPr>
            <a:spLocks noGrp="1"/>
          </p:cNvSpPr>
          <p:nvPr>
            <p:ph type="ftr" sz="quarter" idx="3"/>
          </p:nvPr>
        </p:nvSpPr>
        <p:spPr>
          <a:xfrm>
            <a:off x="1219200" y="6172200"/>
            <a:ext cx="5283200" cy="457200"/>
          </a:xfrm>
          <a:prstGeom prst="rect">
            <a:avLst/>
          </a:prstGeom>
        </p:spPr>
        <p:txBody>
          <a:bodyPr anchor="ctr" anchorCtr="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400" b="0" i="0" u="none" strike="noStrike" kern="1200" cap="none" spc="0" normalizeH="0" baseline="0" noProof="0">
                <a:ln>
                  <a:noFill/>
                </a:ln>
                <a:solidFill>
                  <a:schemeClr val="tx2"/>
                </a:solidFill>
                <a:effectLst/>
                <a:uLnTx/>
                <a:uFillTx/>
                <a:latin typeface="+mn-lt"/>
                <a:ea typeface="+mn-ea"/>
                <a:cs typeface="+mn-cs"/>
              </a:rPr>
              <a:t>Second Review</a:t>
            </a:r>
          </a:p>
        </p:txBody>
      </p:sp>
      <p:sp>
        <p:nvSpPr>
          <p:cNvPr id="8" name="Slide Number Placeholder 6"/>
          <p:cNvSpPr>
            <a:spLocks noGrp="1"/>
          </p:cNvSpPr>
          <p:nvPr>
            <p:ph type="sldNum" sz="quarter" idx="4"/>
          </p:nvPr>
        </p:nvSpPr>
        <p:spPr>
          <a:xfrm>
            <a:off x="195263" y="6210300"/>
            <a:ext cx="609600" cy="457200"/>
          </a:xfrm>
          <a:prstGeom prst="ellipse">
            <a:avLst/>
          </a:prstGeom>
          <a:solidFill>
            <a:schemeClr val="bg2">
              <a:lumMod val="50000"/>
            </a:schemeClr>
          </a:solidFill>
          <a:ln>
            <a:solidFill>
              <a:schemeClr val="bg2">
                <a:lumMod val="50000"/>
              </a:schemeClr>
            </a:solidFill>
          </a:ln>
        </p:spPr>
        <p:txBody>
          <a:bodyPr vert="horz" wrap="none" lIns="0" tIns="0" rIns="0" bIns="0" numCol="1" anchor="ctr" anchorCtr="1" compatLnSpc="1">
            <a:noAutofit/>
          </a:bodyPr>
          <a:lstStyle/>
          <a:p>
            <a:pPr algn="ctr" eaLnBrk="1" hangingPunct="1">
              <a:buNone/>
            </a:pPr>
            <a:fld id="{9A0DB2DC-4C9A-4742-B13C-FB6460FD3503}" type="slidenum">
              <a:rPr lang="en-US" altLang="en-US" dirty="0">
                <a:latin typeface="Century Gothic" panose="020B0502020202020204" pitchFamily="34" charset="0"/>
              </a:rPr>
              <a:t>‹#›</a:t>
            </a:fld>
            <a:endParaRPr lang="en-US" altLang="en-US" dirty="0">
              <a:latin typeface="Century Gothic" panose="020B0502020202020204" pitchFamily="34" charset="0"/>
            </a:endParaRPr>
          </a:p>
        </p:txBody>
      </p:sp>
    </p:spTree>
  </p:cSld>
  <p:clrMapOvr>
    <a:masterClrMapping/>
  </p:clrMapOvr>
  <p:transition spd="med">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chemeClr val="bg1"/>
        </a:solidFill>
        <a:effectLst/>
      </p:bgPr>
    </p:bg>
    <p:spTree>
      <p:nvGrpSpPr>
        <p:cNvPr id="1" name=""/>
        <p:cNvGrpSpPr/>
        <p:nvPr/>
      </p:nvGrpSpPr>
      <p:grpSpPr>
        <a:xfrm>
          <a:off x="0" y="0"/>
          <a:ext cx="0" cy="0"/>
          <a:chOff x="0" y="0"/>
          <a:chExt cx="0" cy="0"/>
        </a:xfrm>
      </p:grpSpPr>
      <p:sp>
        <p:nvSpPr>
          <p:cNvPr id="5" name="Rectangle 1"/>
          <p:cNvSpPr/>
          <p:nvPr/>
        </p:nvSpPr>
        <p:spPr>
          <a:xfrm flipV="1">
            <a:off x="90488" y="4683125"/>
            <a:ext cx="12009438"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6" name="Rectangle 3"/>
          <p:cNvSpPr/>
          <p:nvPr/>
        </p:nvSpPr>
        <p:spPr>
          <a:xfrm>
            <a:off x="92075" y="4649788"/>
            <a:ext cx="12007850" cy="46038"/>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7" name="Rectangle 4"/>
          <p:cNvSpPr/>
          <p:nvPr/>
        </p:nvSpPr>
        <p:spPr>
          <a:xfrm>
            <a:off x="92075" y="4773613"/>
            <a:ext cx="12007850" cy="49213"/>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3" name="Picture Placeholder 2"/>
          <p:cNvSpPr>
            <a:spLocks noGrp="1"/>
          </p:cNvSpPr>
          <p:nvPr>
            <p:ph type="pic" idx="1"/>
          </p:nvPr>
        </p:nvSpPr>
        <p:spPr>
          <a:xfrm>
            <a:off x="91078" y="66676"/>
            <a:ext cx="12002497" cy="4581525"/>
          </a:xfrm>
          <a:prstGeom prst="round2SameRect">
            <a:avLst>
              <a:gd name="adj1" fmla="val 7101"/>
              <a:gd name="adj2" fmla="val 0"/>
            </a:avLst>
          </a:prstGeom>
          <a:solidFill>
            <a:schemeClr val="bg2"/>
          </a:solidFill>
          <a:ln w="6350">
            <a:solidFill>
              <a:schemeClr val="tx1"/>
            </a:solidFill>
          </a:ln>
        </p:spPr>
        <p:txBody>
          <a:bodyPr vert="horz" wrap="square" lIns="91440" tIns="45720" rIns="91440" bIns="45720" numCol="1" anchor="t" anchorCtr="0" compatLnSpc="1">
            <a:normAutofit/>
          </a:bodyPr>
          <a:lstStyle>
            <a:lvl1pPr marL="0" indent="0">
              <a:buNone/>
              <a:defRPr sz="3200"/>
            </a:lvl1pPr>
          </a:lstStyle>
          <a:p>
            <a:pPr marL="0" marR="0" lvl="0" indent="0" algn="l" defTabSz="914400" rtl="0" eaLnBrk="0" fontAlgn="base" latinLnBrk="0" hangingPunct="0">
              <a:lnSpc>
                <a:spcPct val="100000"/>
              </a:lnSpc>
              <a:spcBef>
                <a:spcPts val="575"/>
              </a:spcBef>
              <a:spcAft>
                <a:spcPct val="0"/>
              </a:spcAft>
              <a:buClr>
                <a:schemeClr val="accent1"/>
              </a:buClr>
              <a:buSzPct val="85000"/>
              <a:buFont typeface="Wingdings 2" panose="05020102010507070707" pitchFamily="18" charset="2"/>
              <a:buNone/>
              <a:defRPr/>
            </a:pPr>
            <a:r>
              <a:rPr kumimoji="0" lang="en-US" sz="3200" b="0" i="0" u="none" strike="noStrike" kern="1200" cap="none" spc="0" normalizeH="0" baseline="0" noProof="0">
                <a:ln>
                  <a:noFill/>
                </a:ln>
                <a:solidFill>
                  <a:schemeClr val="tx1"/>
                </a:solidFill>
                <a:effectLst/>
                <a:uLnTx/>
                <a:uFillTx/>
                <a:latin typeface="+mn-lt"/>
                <a:ea typeface="+mn-ea"/>
                <a:cs typeface="+mn-cs"/>
              </a:rPr>
              <a:t>Click icon to add picture</a:t>
            </a:r>
            <a:endParaRPr kumimoji="0" lang="en-US" sz="3200" b="0" i="0" u="none" strike="noStrike" kern="1200" cap="none" spc="0" normalizeH="0" baseline="0" noProof="0" dirty="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1219200" y="5445825"/>
            <a:ext cx="9753600" cy="685800"/>
          </a:xfrm>
        </p:spPr>
        <p:txBody>
          <a:bodyPr/>
          <a:lstStyle>
            <a:lvl1pPr marL="0" indent="0">
              <a:buFontTx/>
              <a:buNone/>
              <a:defRPr sz="1600"/>
            </a:lvl1pPr>
            <a:lvl2pPr>
              <a:defRPr sz="1200"/>
            </a:lvl2pPr>
            <a:lvl3pPr>
              <a:defRPr sz="1000"/>
            </a:lvl3pPr>
            <a:lvl4pPr>
              <a:defRPr sz="900"/>
            </a:lvl4pPr>
            <a:lvl5pPr>
              <a:defRPr sz="900"/>
            </a:lvl5pPr>
          </a:lstStyle>
          <a:p>
            <a:pPr lvl="0"/>
            <a:r>
              <a:rPr lang="en-US"/>
              <a:t>Click to edit Master text styles</a:t>
            </a:r>
          </a:p>
        </p:txBody>
      </p:sp>
      <p:sp>
        <p:nvSpPr>
          <p:cNvPr id="2" name="Title 1"/>
          <p:cNvSpPr>
            <a:spLocks noGrp="1"/>
          </p:cNvSpPr>
          <p:nvPr>
            <p:ph type="title"/>
          </p:nvPr>
        </p:nvSpPr>
        <p:spPr>
          <a:xfrm>
            <a:off x="1219200" y="4900550"/>
            <a:ext cx="9753600" cy="522288"/>
          </a:xfrm>
        </p:spPr>
        <p:txBody>
          <a:bodyPr anchor="ctr">
            <a:noAutofit/>
          </a:bodyPr>
          <a:lstStyle>
            <a:lvl1pPr algn="l">
              <a:buNone/>
              <a:defRPr sz="2800" b="0"/>
            </a:lvl1pPr>
          </a:lstStyle>
          <a:p>
            <a:r>
              <a:rPr lang="en-US"/>
              <a:t>Click to edit Master title style</a:t>
            </a:r>
          </a:p>
        </p:txBody>
      </p:sp>
      <p:sp>
        <p:nvSpPr>
          <p:cNvPr id="8" name="Date Placeholder 4"/>
          <p:cNvSpPr>
            <a:spLocks noGrp="1"/>
          </p:cNvSpPr>
          <p:nvPr>
            <p:ph type="dt" sz="half" idx="12"/>
          </p:nvPr>
        </p:nvSpPr>
        <p:spPr>
          <a:xfrm>
            <a:off x="8229600" y="6191250"/>
            <a:ext cx="3302000" cy="476250"/>
          </a:xfrm>
          <a:prstGeom prst="rect">
            <a:avLst/>
          </a:prstGeom>
        </p:spPr>
        <p:txBody>
          <a:bodyPr anchor="ctr" anchorCtr="0"/>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DF21BE8A-6250-4316-A6A8-1D760E9DEFAF}" type="datetime2">
              <a:rPr kumimoji="0" lang="en-US" sz="1400" b="0" i="0" u="none" strike="noStrike" kern="1200" cap="none" spc="0" normalizeH="0" baseline="0" noProof="0">
                <a:ln>
                  <a:noFill/>
                </a:ln>
                <a:solidFill>
                  <a:schemeClr val="tx2"/>
                </a:solidFill>
                <a:effectLst/>
                <a:uLnTx/>
                <a:uFillTx/>
                <a:latin typeface="+mn-lt"/>
                <a:ea typeface="+mn-ea"/>
                <a:cs typeface="+mn-cs"/>
              </a:rPr>
              <a:t>Tuesday, June 9, 2026</a:t>
            </a:fld>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sp>
        <p:nvSpPr>
          <p:cNvPr id="9" name="Footer Placeholder 5"/>
          <p:cNvSpPr>
            <a:spLocks noGrp="1"/>
          </p:cNvSpPr>
          <p:nvPr>
            <p:ph type="ftr" sz="quarter" idx="3"/>
          </p:nvPr>
        </p:nvSpPr>
        <p:spPr>
          <a:xfrm>
            <a:off x="1219200" y="6172200"/>
            <a:ext cx="5181600" cy="457200"/>
          </a:xfrm>
          <a:prstGeom prst="rect">
            <a:avLst/>
          </a:prstGeom>
        </p:spPr>
        <p:txBody>
          <a:bodyPr anchor="ctr" anchorCtr="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400" b="0" i="0" u="none" strike="noStrike" kern="1200" cap="none" spc="0" normalizeH="0" baseline="0" noProof="0">
                <a:ln>
                  <a:noFill/>
                </a:ln>
                <a:solidFill>
                  <a:schemeClr val="tx2"/>
                </a:solidFill>
                <a:effectLst/>
                <a:uLnTx/>
                <a:uFillTx/>
                <a:latin typeface="+mn-lt"/>
                <a:ea typeface="+mn-ea"/>
                <a:cs typeface="+mn-cs"/>
              </a:rPr>
              <a:t>Second Review</a:t>
            </a:r>
          </a:p>
        </p:txBody>
      </p:sp>
      <p:sp>
        <p:nvSpPr>
          <p:cNvPr id="10" name="Slide Number Placeholder 6"/>
          <p:cNvSpPr>
            <a:spLocks noGrp="1"/>
          </p:cNvSpPr>
          <p:nvPr>
            <p:ph type="sldNum" sz="quarter" idx="4"/>
          </p:nvPr>
        </p:nvSpPr>
        <p:spPr>
          <a:xfrm>
            <a:off x="195263" y="6208713"/>
            <a:ext cx="609600" cy="457200"/>
          </a:xfrm>
          <a:prstGeom prst="ellipse">
            <a:avLst/>
          </a:prstGeom>
          <a:solidFill>
            <a:schemeClr val="bg2">
              <a:lumMod val="50000"/>
            </a:schemeClr>
          </a:solidFill>
          <a:ln>
            <a:solidFill>
              <a:schemeClr val="bg2">
                <a:lumMod val="50000"/>
              </a:schemeClr>
            </a:solidFill>
          </a:ln>
        </p:spPr>
        <p:txBody>
          <a:bodyPr vert="horz" wrap="none" lIns="0" tIns="0" rIns="0" bIns="0" numCol="1" anchor="ctr" anchorCtr="1" compatLnSpc="1">
            <a:noAutofit/>
          </a:bodyPr>
          <a:lstStyle/>
          <a:p>
            <a:pPr algn="ctr" eaLnBrk="1" hangingPunct="1">
              <a:buNone/>
            </a:pPr>
            <a:fld id="{9A0DB2DC-4C9A-4742-B13C-FB6460FD3503}" type="slidenum">
              <a:rPr lang="en-US" altLang="en-US" dirty="0">
                <a:latin typeface="Century Gothic" panose="020B0502020202020204" pitchFamily="34" charset="0"/>
              </a:rPr>
              <a:t>‹#›</a:t>
            </a:fld>
            <a:endParaRPr lang="en-US" altLang="en-US" dirty="0">
              <a:latin typeface="Century Gothic" panose="020B0502020202020204" pitchFamily="34" charset="0"/>
            </a:endParaRPr>
          </a:p>
        </p:txBody>
      </p:sp>
    </p:spTree>
  </p:cSld>
  <p:clrMapOvr>
    <a:masterClrMapping/>
  </p:clrMapOvr>
  <p:transition spd="med">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p:nvPr>
        </p:nvSpPr>
        <p:spPr/>
        <p:txBody>
          <a:bodyPr/>
          <a:lstStyle/>
          <a:p>
            <a:r>
              <a:rPr lang="en-US"/>
              <a:t>Click to edit Master title style</a:t>
            </a:r>
          </a:p>
        </p:txBody>
      </p:sp>
      <p:sp>
        <p:nvSpPr>
          <p:cNvPr id="4" name="Date Placeholder 3"/>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6B0FF2C-FCB8-44B9-B5FF-90105FB027DF}" type="datetime2">
              <a:rPr kumimoji="0" lang="en-US" sz="1400" b="0" i="0" u="none" strike="noStrike" kern="1200" cap="none" spc="0" normalizeH="0" baseline="0" noProof="0">
                <a:ln>
                  <a:noFill/>
                </a:ln>
                <a:solidFill>
                  <a:schemeClr val="tx2"/>
                </a:solidFill>
                <a:effectLst/>
                <a:uLnTx/>
                <a:uFillTx/>
                <a:latin typeface="+mn-lt"/>
                <a:ea typeface="+mn-ea"/>
                <a:cs typeface="+mn-cs"/>
              </a:rPr>
              <a:t>Tuesday, June 9, 2026</a:t>
            </a:fld>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400" b="0" i="0" u="none" strike="noStrike" kern="1200" cap="none" spc="0" normalizeH="0" baseline="0" noProof="0">
                <a:ln>
                  <a:noFill/>
                </a:ln>
                <a:solidFill>
                  <a:schemeClr val="tx2"/>
                </a:solidFill>
                <a:effectLst/>
                <a:uLnTx/>
                <a:uFillTx/>
                <a:latin typeface="+mn-lt"/>
                <a:ea typeface="+mn-ea"/>
                <a:cs typeface="+mn-cs"/>
              </a:rPr>
              <a:t>Second Review</a:t>
            </a:r>
          </a:p>
        </p:txBody>
      </p:sp>
      <p:sp>
        <p:nvSpPr>
          <p:cNvPr id="6" name="Slide Number Placeholder 5"/>
          <p:cNvSpPr>
            <a:spLocks noGrp="1"/>
          </p:cNvSpPr>
          <p:nvPr>
            <p:ph type="sldNum" sz="quarter" idx="12"/>
          </p:nvPr>
        </p:nvSpPr>
        <p:spPr/>
        <p:txBody>
          <a:bodyPr/>
          <a:lstStyle/>
          <a:p>
            <a:pPr lvl="0" eaLnBrk="1" hangingPunct="1">
              <a:buNone/>
            </a:pPr>
            <a:fld id="{9A0DB2DC-4C9A-4742-B13C-FB6460FD3503}" type="slidenum">
              <a:rPr lang="en-US" altLang="en-US" dirty="0"/>
              <a:t>‹#›</a:t>
            </a:fld>
            <a:endParaRPr lang="en-US" altLang="en-US" dirty="0">
              <a:latin typeface="Palatino Linotype" panose="02040502050505030304" pitchFamily="18" charset="0"/>
            </a:endParaRPr>
          </a:p>
        </p:txBody>
      </p:sp>
    </p:spTree>
  </p:cSld>
  <p:clrMapOvr>
    <a:masterClrMapping/>
  </p:clrMapOvr>
  <p:transition spd="med">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1219200" y="274641"/>
            <a:ext cx="7416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Vertical Title 1"/>
          <p:cNvSpPr>
            <a:spLocks noGrp="1"/>
          </p:cNvSpPr>
          <p:nvPr>
            <p:ph type="title" orient="vert"/>
          </p:nvPr>
        </p:nvSpPr>
        <p:spPr>
          <a:xfrm>
            <a:off x="8839200" y="274642"/>
            <a:ext cx="2682240" cy="5851525"/>
          </a:xfrm>
        </p:spPr>
        <p:txBody>
          <a:bodyPr vert="eaVert"/>
          <a:lstStyle/>
          <a:p>
            <a:r>
              <a:rPr lang="en-US"/>
              <a:t>Click to edit Master title style</a:t>
            </a:r>
          </a:p>
        </p:txBody>
      </p:sp>
      <p:sp>
        <p:nvSpPr>
          <p:cNvPr id="4" name="Date Placeholder 3"/>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6B0FF2C-FCB8-44B9-B5FF-90105FB027DF}" type="datetime2">
              <a:rPr kumimoji="0" lang="en-US" sz="1400" b="0" i="0" u="none" strike="noStrike" kern="1200" cap="none" spc="0" normalizeH="0" baseline="0" noProof="0">
                <a:ln>
                  <a:noFill/>
                </a:ln>
                <a:solidFill>
                  <a:schemeClr val="tx2"/>
                </a:solidFill>
                <a:effectLst/>
                <a:uLnTx/>
                <a:uFillTx/>
                <a:latin typeface="+mn-lt"/>
                <a:ea typeface="+mn-ea"/>
                <a:cs typeface="+mn-cs"/>
              </a:rPr>
              <a:t>Tuesday, June 9, 2026</a:t>
            </a:fld>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400" b="0" i="0" u="none" strike="noStrike" kern="1200" cap="none" spc="0" normalizeH="0" baseline="0" noProof="0">
                <a:ln>
                  <a:noFill/>
                </a:ln>
                <a:solidFill>
                  <a:schemeClr val="tx2"/>
                </a:solidFill>
                <a:effectLst/>
                <a:uLnTx/>
                <a:uFillTx/>
                <a:latin typeface="+mn-lt"/>
                <a:ea typeface="+mn-ea"/>
                <a:cs typeface="+mn-cs"/>
              </a:rPr>
              <a:t>Second Review</a:t>
            </a:r>
          </a:p>
        </p:txBody>
      </p:sp>
      <p:sp>
        <p:nvSpPr>
          <p:cNvPr id="6" name="Slide Number Placeholder 5"/>
          <p:cNvSpPr>
            <a:spLocks noGrp="1"/>
          </p:cNvSpPr>
          <p:nvPr>
            <p:ph type="sldNum" sz="quarter" idx="12"/>
          </p:nvPr>
        </p:nvSpPr>
        <p:spPr/>
        <p:txBody>
          <a:bodyPr/>
          <a:lstStyle/>
          <a:p>
            <a:pPr lvl="0" eaLnBrk="1" hangingPunct="1">
              <a:buNone/>
            </a:pPr>
            <a:fld id="{9A0DB2DC-4C9A-4742-B13C-FB6460FD3503}" type="slidenum">
              <a:rPr lang="en-US" altLang="en-US" dirty="0"/>
              <a:t>‹#›</a:t>
            </a:fld>
            <a:endParaRPr lang="en-US" altLang="en-US" dirty="0">
              <a:latin typeface="Palatino Linotype" panose="02040502050505030304" pitchFamily="18" charset="0"/>
            </a:endParaRPr>
          </a:p>
        </p:txBody>
      </p:sp>
    </p:spTree>
  </p:cSld>
  <p:clrMapOvr>
    <a:masterClrMapping/>
  </p:clrMapOvr>
  <p:transition spd="med">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ounded Rectangle 10"/>
          <p:cNvSpPr/>
          <p:nvPr/>
        </p:nvSpPr>
        <p:spPr>
          <a:xfrm>
            <a:off x="87313" y="69850"/>
            <a:ext cx="1201737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4" name="Date Placeholder 13"/>
          <p:cNvSpPr>
            <a:spLocks noGrp="1"/>
          </p:cNvSpPr>
          <p:nvPr>
            <p:ph type="dt" sz="half" idx="2"/>
          </p:nvPr>
        </p:nvSpPr>
        <p:spPr>
          <a:xfrm>
            <a:off x="8229600" y="6191250"/>
            <a:ext cx="3302000" cy="476250"/>
          </a:xfrm>
          <a:prstGeom prst="rect">
            <a:avLst/>
          </a:prstGeom>
        </p:spPr>
        <p:txBody>
          <a:bodyPr anchor="ctr" anchorCtr="0"/>
          <a:lstStyle>
            <a:lvl1pPr algn="r" eaLnBrk="1" fontAlgn="auto" latinLnBrk="0" hangingPunct="1">
              <a:spcBef>
                <a:spcPts val="0"/>
              </a:spcBef>
              <a:spcAft>
                <a:spcPts val="0"/>
              </a:spcAft>
              <a:defRPr kumimoji="0" sz="1400">
                <a:solidFill>
                  <a:schemeClr val="tx2"/>
                </a:solidFill>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36B0FF2C-FCB8-44B9-B5FF-90105FB027DF}" type="datetime2">
              <a:rPr kumimoji="0" lang="en-US" sz="1400" b="0" i="0" u="none" strike="noStrike" kern="1200" cap="none" spc="0" normalizeH="0" baseline="0" noProof="0">
                <a:ln>
                  <a:noFill/>
                </a:ln>
                <a:solidFill>
                  <a:schemeClr val="tx2"/>
                </a:solidFill>
                <a:effectLst/>
                <a:uLnTx/>
                <a:uFillTx/>
                <a:latin typeface="+mn-lt"/>
                <a:ea typeface="+mn-ea"/>
                <a:cs typeface="+mn-cs"/>
              </a:rPr>
              <a:t>Tuesday, June 9, 2026</a:t>
            </a:fld>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sp>
        <p:nvSpPr>
          <p:cNvPr id="3" name="Footer Placeholder 2"/>
          <p:cNvSpPr>
            <a:spLocks noGrp="1"/>
          </p:cNvSpPr>
          <p:nvPr>
            <p:ph type="ftr" sz="quarter" idx="3"/>
          </p:nvPr>
        </p:nvSpPr>
        <p:spPr>
          <a:xfrm>
            <a:off x="1219200" y="6172200"/>
            <a:ext cx="5283200" cy="457200"/>
          </a:xfrm>
          <a:prstGeom prst="rect">
            <a:avLst/>
          </a:prstGeom>
        </p:spPr>
        <p:txBody>
          <a:bodyPr anchor="ctr" anchorCtr="0"/>
          <a:lstStyle>
            <a:lvl1pPr eaLnBrk="1" fontAlgn="auto" latinLnBrk="0" hangingPunct="1">
              <a:spcBef>
                <a:spcPts val="0"/>
              </a:spcBef>
              <a:spcAft>
                <a:spcPts val="0"/>
              </a:spcAft>
              <a:defRPr kumimoji="0" sz="1400">
                <a:solidFill>
                  <a:schemeClr val="tx2"/>
                </a:solidFill>
                <a:latin typeface="+mn-lt"/>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400" b="0" i="0" u="none" strike="noStrike" kern="1200" cap="none" spc="0" normalizeH="0" baseline="0" noProof="0">
                <a:ln>
                  <a:noFill/>
                </a:ln>
                <a:solidFill>
                  <a:schemeClr val="tx2"/>
                </a:solidFill>
                <a:effectLst/>
                <a:uLnTx/>
                <a:uFillTx/>
                <a:latin typeface="+mn-lt"/>
                <a:ea typeface="+mn-ea"/>
                <a:cs typeface="+mn-cs"/>
              </a:rPr>
              <a:t>Second Review</a:t>
            </a:r>
          </a:p>
        </p:txBody>
      </p:sp>
      <p:sp>
        <p:nvSpPr>
          <p:cNvPr id="23" name="Slide Number Placeholder 22"/>
          <p:cNvSpPr>
            <a:spLocks noGrp="1"/>
          </p:cNvSpPr>
          <p:nvPr>
            <p:ph type="sldNum" sz="quarter" idx="4"/>
          </p:nvPr>
        </p:nvSpPr>
        <p:spPr>
          <a:xfrm>
            <a:off x="195263" y="6210300"/>
            <a:ext cx="609600" cy="457200"/>
          </a:xfrm>
          <a:prstGeom prst="ellipse">
            <a:avLst/>
          </a:prstGeom>
          <a:solidFill>
            <a:schemeClr val="bg2">
              <a:lumMod val="50000"/>
            </a:schemeClr>
          </a:solidFill>
          <a:ln>
            <a:solidFill>
              <a:schemeClr val="bg2">
                <a:lumMod val="50000"/>
              </a:schemeClr>
            </a:solidFill>
          </a:ln>
        </p:spPr>
        <p:txBody>
          <a:bodyPr vert="horz" wrap="none" lIns="0" tIns="0" rIns="0" bIns="0" numCol="1" anchor="ctr" anchorCtr="1" compatLnSpc="1">
            <a:noAutofit/>
          </a:bodyPr>
          <a:lstStyle>
            <a:lvl1pPr algn="ctr">
              <a:defRPr sz="1400">
                <a:solidFill>
                  <a:schemeClr val="bg1"/>
                </a:solidFill>
                <a:latin typeface="Century Gothic" panose="020B0502020202020204" pitchFamily="34" charset="0"/>
              </a:defRPr>
            </a:lvl1pPr>
          </a:lstStyle>
          <a:p>
            <a:pPr lvl="0" eaLnBrk="1" hangingPunct="1">
              <a:buNone/>
            </a:pPr>
            <a:fld id="{9A0DB2DC-4C9A-4742-B13C-FB6460FD3503}" type="slidenum">
              <a:rPr lang="en-US" altLang="en-US" dirty="0"/>
              <a:t>‹#›</a:t>
            </a:fld>
            <a:endParaRPr lang="en-US" altLang="en-US" dirty="0">
              <a:latin typeface="Palatino Linotype" panose="02040502050505030304" pitchFamily="18" charset="0"/>
            </a:endParaRPr>
          </a:p>
        </p:txBody>
      </p:sp>
      <p:sp>
        <p:nvSpPr>
          <p:cNvPr id="1030" name="Text Placeholder 12"/>
          <p:cNvSpPr>
            <a:spLocks noGrp="1"/>
          </p:cNvSpPr>
          <p:nvPr>
            <p:ph type="body" idx="1"/>
          </p:nvPr>
        </p:nvSpPr>
        <p:spPr>
          <a:xfrm>
            <a:off x="1219200" y="1447800"/>
            <a:ext cx="10363200" cy="4572000"/>
          </a:xfrm>
          <a:prstGeom prst="rect">
            <a:avLst/>
          </a:prstGeom>
          <a:noFill/>
          <a:ln w="9525">
            <a:noFill/>
          </a:ln>
        </p:spPr>
        <p:txBody>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031" name="Title Placeholder 21"/>
          <p:cNvSpPr>
            <a:spLocks noGrp="1"/>
          </p:cNvSpPr>
          <p:nvPr>
            <p:ph type="title"/>
          </p:nvPr>
        </p:nvSpPr>
        <p:spPr>
          <a:xfrm>
            <a:off x="1219200" y="274638"/>
            <a:ext cx="10363200" cy="1143000"/>
          </a:xfrm>
          <a:prstGeom prst="rect">
            <a:avLst/>
          </a:prstGeom>
          <a:noFill/>
          <a:ln w="9525">
            <a:noFill/>
          </a:ln>
        </p:spPr>
        <p:txBody>
          <a:bodyPr bIns="91440" anchor="b" anchorCtr="0"/>
          <a:lstStyle/>
          <a:p>
            <a:pPr lvl="0"/>
            <a:r>
              <a:rPr lang="en-US" altLang="en-US" dirty="0"/>
              <a:t>Click to edit Master title style</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med">
    <p:fade/>
  </p:transition>
  <p:hf sldNum="0" hdr="0" ftr="0"/>
  <p:txStyles>
    <p:titleStyle>
      <a:lvl1pPr algn="l" rtl="0" eaLnBrk="0" fontAlgn="base" hangingPunct="0">
        <a:spcBef>
          <a:spcPct val="0"/>
        </a:spcBef>
        <a:spcAft>
          <a:spcPct val="0"/>
        </a:spcAft>
        <a:defRPr sz="4000" kern="12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Century Gothic" panose="020B0502020202020204" pitchFamily="34" charset="0"/>
        </a:defRPr>
      </a:lvl2pPr>
      <a:lvl3pPr algn="l" rtl="0" eaLnBrk="0" fontAlgn="base" hangingPunct="0">
        <a:spcBef>
          <a:spcPct val="0"/>
        </a:spcBef>
        <a:spcAft>
          <a:spcPct val="0"/>
        </a:spcAft>
        <a:defRPr sz="4000">
          <a:solidFill>
            <a:schemeClr val="tx2"/>
          </a:solidFill>
          <a:latin typeface="Century Gothic" panose="020B0502020202020204" pitchFamily="34" charset="0"/>
        </a:defRPr>
      </a:lvl3pPr>
      <a:lvl4pPr algn="l" rtl="0" eaLnBrk="0" fontAlgn="base" hangingPunct="0">
        <a:spcBef>
          <a:spcPct val="0"/>
        </a:spcBef>
        <a:spcAft>
          <a:spcPct val="0"/>
        </a:spcAft>
        <a:defRPr sz="4000">
          <a:solidFill>
            <a:schemeClr val="tx2"/>
          </a:solidFill>
          <a:latin typeface="Century Gothic" panose="020B0502020202020204" pitchFamily="34" charset="0"/>
        </a:defRPr>
      </a:lvl4pPr>
      <a:lvl5pPr algn="l" rtl="0" eaLnBrk="0" fontAlgn="base" hangingPunct="0">
        <a:spcBef>
          <a:spcPct val="0"/>
        </a:spcBef>
        <a:spcAft>
          <a:spcPct val="0"/>
        </a:spcAft>
        <a:defRPr sz="4000">
          <a:solidFill>
            <a:schemeClr val="tx2"/>
          </a:solidFill>
          <a:latin typeface="Century Gothic" panose="020B0502020202020204" pitchFamily="34" charset="0"/>
        </a:defRPr>
      </a:lvl5pPr>
      <a:lvl6pPr marL="457200" algn="l" rtl="0" fontAlgn="base">
        <a:spcBef>
          <a:spcPct val="0"/>
        </a:spcBef>
        <a:spcAft>
          <a:spcPct val="0"/>
        </a:spcAft>
        <a:defRPr sz="4000">
          <a:solidFill>
            <a:schemeClr val="tx2"/>
          </a:solidFill>
          <a:latin typeface="Century Gothic" panose="020B0502020202020204" pitchFamily="34" charset="0"/>
        </a:defRPr>
      </a:lvl6pPr>
      <a:lvl7pPr marL="914400" algn="l" rtl="0" fontAlgn="base">
        <a:spcBef>
          <a:spcPct val="0"/>
        </a:spcBef>
        <a:spcAft>
          <a:spcPct val="0"/>
        </a:spcAft>
        <a:defRPr sz="4000">
          <a:solidFill>
            <a:schemeClr val="tx2"/>
          </a:solidFill>
          <a:latin typeface="Century Gothic" panose="020B0502020202020204" pitchFamily="34" charset="0"/>
        </a:defRPr>
      </a:lvl7pPr>
      <a:lvl8pPr marL="1371600" algn="l" rtl="0" fontAlgn="base">
        <a:spcBef>
          <a:spcPct val="0"/>
        </a:spcBef>
        <a:spcAft>
          <a:spcPct val="0"/>
        </a:spcAft>
        <a:defRPr sz="4000">
          <a:solidFill>
            <a:schemeClr val="tx2"/>
          </a:solidFill>
          <a:latin typeface="Century Gothic" panose="020B0502020202020204" pitchFamily="34" charset="0"/>
        </a:defRPr>
      </a:lvl8pPr>
      <a:lvl9pPr marL="1828800" algn="l" rtl="0" fontAlgn="base">
        <a:spcBef>
          <a:spcPct val="0"/>
        </a:spcBef>
        <a:spcAft>
          <a:spcPct val="0"/>
        </a:spcAft>
        <a:defRPr sz="4000">
          <a:solidFill>
            <a:schemeClr val="tx2"/>
          </a:solidFill>
          <a:latin typeface="Century Gothic" panose="020B0502020202020204" pitchFamily="34" charset="0"/>
        </a:defRPr>
      </a:lvl9pPr>
    </p:titleStyle>
    <p:body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8005"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B1B8D2"/>
        </a:buClr>
        <a:buSzPct val="85000"/>
        <a:buFont typeface="Wingdings 2" panose="05020102010507070707" pitchFamily="18" charset="2"/>
        <a:buChar char=""/>
        <a:defRPr sz="2000" kern="1200">
          <a:solidFill>
            <a:schemeClr val="tx1"/>
          </a:solidFill>
          <a:latin typeface="+mn-lt"/>
          <a:ea typeface="+mn-ea"/>
          <a:cs typeface="+mn-cs"/>
        </a:defRPr>
      </a:lvl3pPr>
      <a:lvl4pPr marL="1097280" indent="-228600" algn="l" rtl="0" eaLnBrk="0" fontAlgn="base" hangingPunct="0">
        <a:spcBef>
          <a:spcPts val="375"/>
        </a:spcBef>
        <a:spcAft>
          <a:spcPct val="0"/>
        </a:spcAft>
        <a:buClr>
          <a:srgbClr val="297FD5"/>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297FD5"/>
        </a:buClr>
        <a:buFont typeface="Arial" panose="020B0604020202020204" pitchFamily="34" charset="0"/>
        <a:buChar char="•"/>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5" Type="http://schemas.openxmlformats.org/officeDocument/2006/relationships/image" Target="../media/image3.jpe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1727200" y="3200400"/>
            <a:ext cx="8534400" cy="3149600"/>
          </a:xfrm>
        </p:spPr>
        <p:txBody>
          <a:bodyPr vert="horz" wrap="square" lIns="91440" tIns="45720" rIns="91440" bIns="45720" numCol="1" anchor="t" anchorCtr="0" compatLnSpc="1"/>
          <a:lstStyle/>
          <a:p>
            <a:pPr marL="0" marR="0" lvl="0" indent="0" algn="ctr" defTabSz="914400" rtl="0" eaLnBrk="1" fontAlgn="auto" latinLnBrk="0" hangingPunct="1">
              <a:lnSpc>
                <a:spcPct val="120000"/>
              </a:lnSpc>
              <a:spcBef>
                <a:spcPts val="580"/>
              </a:spcBef>
              <a:spcAft>
                <a:spcPts val="0"/>
              </a:spcAft>
              <a:buClr>
                <a:schemeClr val="accent1"/>
              </a:buClr>
              <a:buSzPct val="85000"/>
              <a:buFont typeface="Wingdings 2" panose="05020102010507070707"/>
              <a:buNone/>
              <a:defRPr/>
            </a:pPr>
            <a:r>
              <a:rPr lang="en-US" sz="4400" b="1" dirty="0">
                <a:solidFill>
                  <a:schemeClr val="tx1"/>
                </a:solidFill>
                <a:latin typeface="Times New Roman" panose="02020603050405020304" pitchFamily="18" charset="0"/>
                <a:ea typeface="Microsoft Sans Serif" panose="020B0604020202020204" pitchFamily="34" charset="0"/>
                <a:cs typeface="Times New Roman" panose="02020603050405020304" pitchFamily="18" charset="0"/>
              </a:rPr>
              <a:t>Data Analyst Internship</a:t>
            </a:r>
            <a:endParaRPr kumimoji="0" lang="en-US" sz="4400" b="1" i="0" u="none" strike="noStrike" kern="1200" cap="none" spc="0" normalizeH="0" baseline="0" noProof="0" dirty="0">
              <a:ln>
                <a:noFill/>
              </a:ln>
              <a:solidFill>
                <a:schemeClr val="tx1"/>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endParaRPr>
          </a:p>
          <a:p>
            <a:pPr marL="0" marR="0" lvl="0" indent="0" algn="ctr" defTabSz="914400" rtl="0" eaLnBrk="1" fontAlgn="auto" latinLnBrk="0" hangingPunct="1">
              <a:lnSpc>
                <a:spcPct val="120000"/>
              </a:lnSpc>
              <a:spcBef>
                <a:spcPts val="580"/>
              </a:spcBef>
              <a:spcAft>
                <a:spcPts val="0"/>
              </a:spcAft>
              <a:buClr>
                <a:schemeClr val="accent1"/>
              </a:buClr>
              <a:buSzPct val="85000"/>
              <a:buFont typeface="Wingdings 2" panose="05020102010507070707"/>
              <a:buNone/>
              <a:defRPr/>
            </a:pPr>
            <a:r>
              <a:rPr lang="en-US" sz="2800" b="1" dirty="0" err="1">
                <a:solidFill>
                  <a:schemeClr val="tx1">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t>Bluestock</a:t>
            </a:r>
            <a:r>
              <a:rPr lang="en-US" sz="2800" b="1" dirty="0">
                <a:solidFill>
                  <a:schemeClr val="tx1">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t> Fintech</a:t>
            </a:r>
          </a:p>
          <a:p>
            <a:pPr marL="0" marR="0" lvl="0" indent="0" algn="ctr" defTabSz="914400" rtl="0" eaLnBrk="1" fontAlgn="auto" latinLnBrk="0" hangingPunct="1">
              <a:lnSpc>
                <a:spcPct val="120000"/>
              </a:lnSpc>
              <a:spcBef>
                <a:spcPts val="580"/>
              </a:spcBef>
              <a:spcAft>
                <a:spcPts val="0"/>
              </a:spcAft>
              <a:buClr>
                <a:schemeClr val="accent1"/>
              </a:buClr>
              <a:buSzPct val="85000"/>
              <a:buFont typeface="Wingdings 2" panose="05020102010507070707"/>
              <a:buNone/>
              <a:defRPr/>
            </a:pPr>
            <a:r>
              <a:rPr kumimoji="0" lang="en-US" sz="2800" b="1" i="0" u="none" strike="noStrike" kern="1200" cap="none" spc="0" normalizeH="0" baseline="0" noProof="0" dirty="0">
                <a:ln>
                  <a:noFill/>
                </a:ln>
                <a:solidFill>
                  <a:schemeClr val="tx1">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t>                                       Prepared By:</a:t>
            </a:r>
          </a:p>
          <a:p>
            <a:pPr marL="0" marR="0" lvl="0" indent="0" algn="ctr" defTabSz="914400" rtl="0" eaLnBrk="1" fontAlgn="auto" latinLnBrk="0" hangingPunct="1">
              <a:lnSpc>
                <a:spcPct val="120000"/>
              </a:lnSpc>
              <a:spcBef>
                <a:spcPts val="580"/>
              </a:spcBef>
              <a:spcAft>
                <a:spcPts val="0"/>
              </a:spcAft>
              <a:buClr>
                <a:schemeClr val="accent1"/>
              </a:buClr>
              <a:buSzPct val="85000"/>
              <a:buFont typeface="Wingdings 2" panose="05020102010507070707"/>
              <a:buNone/>
              <a:defRPr/>
            </a:pPr>
            <a:r>
              <a:rPr lang="en-US" sz="2800" b="1" dirty="0">
                <a:solidFill>
                  <a:schemeClr val="tx1">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t>                                                   Lella Anusha Reddy</a:t>
            </a:r>
            <a:endParaRPr kumimoji="0" lang="en-US" sz="2800" b="1" i="0" u="none" strike="noStrike" kern="1200" cap="none" spc="0" normalizeH="0" baseline="0" noProof="0" dirty="0">
              <a:ln>
                <a:noFill/>
              </a:ln>
              <a:solidFill>
                <a:schemeClr val="tx1">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endParaRPr>
          </a:p>
          <a:p>
            <a:pPr marL="0" marR="0" lvl="0" indent="0" algn="r" defTabSz="914400" rtl="0" eaLnBrk="1" fontAlgn="auto" latinLnBrk="0" hangingPunct="1">
              <a:lnSpc>
                <a:spcPct val="120000"/>
              </a:lnSpc>
              <a:spcBef>
                <a:spcPts val="580"/>
              </a:spcBef>
              <a:spcAft>
                <a:spcPts val="0"/>
              </a:spcAft>
              <a:buClr>
                <a:schemeClr val="accent1"/>
              </a:buClr>
              <a:buSzPct val="85000"/>
              <a:buFont typeface="Wingdings 2" panose="05020102010507070707"/>
              <a:buNone/>
              <a:defRPr/>
            </a:pPr>
            <a:r>
              <a:rPr kumimoji="0" lang="en-US" sz="2800" b="1" i="1" u="none" strike="noStrike" kern="1200" cap="none" spc="0" normalizeH="0" baseline="0" noProof="0" dirty="0">
                <a:ln>
                  <a:noFill/>
                </a:ln>
                <a:solidFill>
                  <a:srgbClr val="00B050"/>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t>     </a:t>
            </a:r>
            <a:endParaRPr kumimoji="0" lang="en-IN" sz="2600" b="0" i="0" u="none" strike="noStrike" kern="1200" cap="none" spc="0" normalizeH="0" baseline="0" noProof="0" dirty="0">
              <a:ln>
                <a:noFill/>
              </a:ln>
              <a:solidFill>
                <a:schemeClr val="tx2"/>
              </a:solidFill>
              <a:effectLst/>
              <a:uLnTx/>
              <a:uFillTx/>
              <a:latin typeface="Times New Roman" panose="02020603050405020304" pitchFamily="18" charset="0"/>
              <a:ea typeface="+mn-ea"/>
              <a:cs typeface="Times New Roman" panose="02020603050405020304" pitchFamily="18" charset="0"/>
            </a:endParaRPr>
          </a:p>
        </p:txBody>
      </p:sp>
      <p:sp>
        <p:nvSpPr>
          <p:cNvPr id="9219" name="Title 2"/>
          <p:cNvSpPr>
            <a:spLocks noGrp="1"/>
          </p:cNvSpPr>
          <p:nvPr>
            <p:ph type="ctrTitle"/>
          </p:nvPr>
        </p:nvSpPr>
        <p:spPr>
          <a:xfrm>
            <a:off x="609600" y="1506538"/>
            <a:ext cx="10972800" cy="1470025"/>
          </a:xfrm>
          <a:ln/>
        </p:spPr>
        <p:txBody>
          <a:bodyPr vert="horz" wrap="square" lIns="91440" tIns="45720" rIns="91440" bIns="91440" anchor="ctr" anchorCtr="0"/>
          <a:lstStyle/>
          <a:p>
            <a:pPr>
              <a:buClrTx/>
              <a:buSzTx/>
              <a:buFontTx/>
            </a:pPr>
            <a:r>
              <a:rPr lang="en-US" altLang="en-US" dirty="0">
                <a:latin typeface="Times New Roman" panose="02020603050405020304" pitchFamily="18" charset="0"/>
                <a:ea typeface="Times New Roman" panose="02020603050405020304" pitchFamily="18" charset="0"/>
              </a:rPr>
              <a:t>Mutual Fund Analytics Capstone</a:t>
            </a:r>
            <a:br>
              <a:rPr lang="en-US" altLang="en-US" dirty="0">
                <a:latin typeface="Times New Roman" panose="02020603050405020304" pitchFamily="18" charset="0"/>
                <a:ea typeface="Times New Roman" panose="02020603050405020304" pitchFamily="18" charset="0"/>
              </a:rPr>
            </a:br>
            <a:r>
              <a:rPr lang="en-US" altLang="en-US" dirty="0">
                <a:latin typeface="Times New Roman" panose="02020603050405020304" pitchFamily="18" charset="0"/>
                <a:ea typeface="Times New Roman" panose="02020603050405020304" pitchFamily="18" charset="0"/>
              </a:rPr>
              <a:t>Project</a:t>
            </a:r>
            <a:endParaRPr lang="en-IN" altLang="en-US" kern="1200" dirty="0">
              <a:latin typeface="Times New Roman" panose="02020603050405020304" pitchFamily="18" charset="0"/>
              <a:ea typeface="Times New Roman" panose="02020603050405020304" pitchFamily="18" charset="0"/>
              <a:cs typeface="+mj-cs"/>
            </a:endParaRPr>
          </a:p>
        </p:txBody>
      </p:sp>
      <p:pic>
        <p:nvPicPr>
          <p:cNvPr id="4" name="Picture 3" descr="The image depicts a stylized, colorful, curly wave pattern with a prominent red dot connected to it, likely symbolizing connectivity or a link.&#10;&#10;AI-generated content may be incorrect.">
            <a:extLst>
              <a:ext uri="{FF2B5EF4-FFF2-40B4-BE49-F238E27FC236}">
                <a16:creationId xmlns:a16="http://schemas.microsoft.com/office/drawing/2014/main" id="{00A619E1-71D3-E1BA-40D6-34BA2E7B6A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61600" y="114460"/>
            <a:ext cx="1559560" cy="1280160"/>
          </a:xfrm>
          <a:prstGeom prst="rect">
            <a:avLst/>
          </a:prstGeom>
        </p:spPr>
      </p:pic>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
          </p:nvPr>
        </p:nvSpPr>
        <p:spPr/>
        <p:txBody>
          <a:bodyPr vert="horz" wrap="square" lIns="91440" tIns="45720" rIns="91440" bIns="45720" numCol="1" anchor="t" anchorCtr="0" compatLnSpc="1"/>
          <a:lstStyle/>
          <a:p>
            <a:pPr lvl="0">
              <a:defRPr/>
            </a:pPr>
            <a:endParaRPr lang="en-US" sz="2000" dirty="0"/>
          </a:p>
          <a:p>
            <a:pPr lvl="0">
              <a:defRPr/>
            </a:pPr>
            <a:endParaRPr lang="en-US" sz="2000" dirty="0"/>
          </a:p>
          <a:p>
            <a:pPr lvl="0">
              <a:defRPr/>
            </a:pPr>
            <a:r>
              <a:rPr lang="en-US" sz="2000" dirty="0"/>
              <a:t>Investors often face difficulty in selecting mutual funds due to the large number of available options and varying risk-return profiles.</a:t>
            </a:r>
          </a:p>
          <a:p>
            <a:pPr lvl="0">
              <a:defRPr/>
            </a:pPr>
            <a:r>
              <a:rPr lang="en-US" sz="2000" dirty="0"/>
              <a:t>The goal is to analyze mutual fund data and provide insights for better investment decisions.</a:t>
            </a:r>
          </a:p>
          <a:p>
            <a:pPr lvl="0">
              <a:defRPr/>
            </a:pPr>
            <a:r>
              <a:rPr lang="en-US" sz="2000" dirty="0"/>
              <a:t>Investors need a simple way to compare fund categories and performance metrics.</a:t>
            </a:r>
          </a:p>
          <a:p>
            <a:pPr lvl="0">
              <a:defRPr/>
            </a:pPr>
            <a:r>
              <a:rPr lang="en-US" sz="2000" dirty="0"/>
              <a:t>Risk measures such as volatility, Var, and CVaR are not easily accessible to all investors.</a:t>
            </a:r>
          </a:p>
          <a:p>
            <a:pPr lvl="0">
              <a:defRPr/>
            </a:pPr>
            <a:r>
              <a:rPr lang="en-US" sz="2000" dirty="0"/>
              <a:t>There is a need for a data-driven approach to evaluate mutual fund performance.</a:t>
            </a:r>
            <a:endParaRPr kumimoji="0" lang="en-IN" sz="2000" b="0" i="0" u="none" strike="noStrike" kern="1200" cap="none" spc="0" normalizeH="0" baseline="0" noProof="0" dirty="0">
              <a:ln>
                <a:noFill/>
              </a:ln>
              <a:solidFill>
                <a:schemeClr val="tx1"/>
              </a:solidFill>
              <a:effectLst/>
              <a:uLnTx/>
              <a:uFillTx/>
              <a:latin typeface="+mn-lt"/>
              <a:ea typeface="+mn-ea"/>
              <a:cs typeface="+mn-cs"/>
            </a:endParaRPr>
          </a:p>
        </p:txBody>
      </p:sp>
      <p:sp>
        <p:nvSpPr>
          <p:cNvPr id="3" name="Title 2"/>
          <p:cNvSpPr>
            <a:spLocks noGrp="1"/>
          </p:cNvSpPr>
          <p:nvPr>
            <p:ph type="title"/>
          </p:nvPr>
        </p:nvSpPr>
        <p:spPr>
          <a:xfrm>
            <a:off x="1219200" y="599440"/>
            <a:ext cx="10363200" cy="818198"/>
          </a:xfrm>
        </p:spPr>
        <p:txBody>
          <a:bodyPr vert="horz" wrap="square" lIns="91440" tIns="45720" rIns="91440" bIns="91440" numCol="1" anchor="b"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sz="4000" b="0" i="0" u="none" strike="noStrike" kern="1200" cap="none" spc="0" normalizeH="0" baseline="0" noProof="0" dirty="0">
                <a:ln>
                  <a:noFill/>
                </a:ln>
                <a:solidFill>
                  <a:schemeClr val="tx1"/>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t>Problem Statement</a:t>
            </a:r>
            <a:endParaRPr kumimoji="0" lang="en-IN" sz="4000" b="0" i="0" u="none" strike="noStrike" kern="1200" cap="none" spc="0" normalizeH="0" baseline="0" noProof="0" dirty="0">
              <a:ln>
                <a:noFill/>
              </a:ln>
              <a:solidFill>
                <a:schemeClr val="tx1"/>
              </a:solidFill>
              <a:effectLst/>
              <a:uLnTx/>
              <a:uFillTx/>
              <a:latin typeface="+mj-lt"/>
              <a:ea typeface="+mj-ea"/>
              <a:cs typeface="+mj-cs"/>
            </a:endParaRPr>
          </a:p>
        </p:txBody>
      </p:sp>
      <p:sp>
        <p:nvSpPr>
          <p:cNvPr id="4" name="Date Placeholder 3"/>
          <p:cNvSpPr txBox="1">
            <a:spLocks noGrp="1"/>
          </p:cNvSpPr>
          <p:nvPr>
            <p:ph type="dt" sz="half" idx="10"/>
          </p:nvPr>
        </p:nvSpPr>
        <p:spPr>
          <a:noFill/>
        </p:spPr>
        <p:txBody>
          <a:bodyPr anchor="ctr" anchorCtr="0"/>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400" b="0" i="0" u="none" strike="noStrike" kern="1200" cap="none" spc="0" normalizeH="0" baseline="0" noProof="0" dirty="0">
                <a:ln>
                  <a:noFill/>
                </a:ln>
                <a:solidFill>
                  <a:schemeClr val="tx2"/>
                </a:solidFill>
                <a:effectLst/>
                <a:uLnTx/>
                <a:uFillTx/>
                <a:latin typeface="+mn-lt"/>
                <a:ea typeface="+mn-ea"/>
                <a:cs typeface="+mn-cs"/>
              </a:rPr>
              <a:t>Date:</a:t>
            </a:r>
            <a:r>
              <a:rPr lang="en-US" dirty="0"/>
              <a:t>09</a:t>
            </a:r>
            <a:r>
              <a:rPr kumimoji="0" lang="en-US" sz="1400" b="0" i="0" u="none" strike="noStrike" kern="1200" cap="none" spc="0" normalizeH="0" baseline="0" noProof="0" dirty="0">
                <a:ln>
                  <a:noFill/>
                </a:ln>
                <a:solidFill>
                  <a:schemeClr val="tx2"/>
                </a:solidFill>
                <a:effectLst/>
                <a:uLnTx/>
                <a:uFillTx/>
                <a:latin typeface="+mn-lt"/>
                <a:ea typeface="+mn-ea"/>
                <a:cs typeface="+mn-cs"/>
              </a:rPr>
              <a:t>-06-2026</a:t>
            </a:r>
          </a:p>
        </p:txBody>
      </p:sp>
      <p:sp>
        <p:nvSpPr>
          <p:cNvPr id="6" name="Slide Number Placeholder 5"/>
          <p:cNvSpPr txBox="1">
            <a:spLocks noGrp="1"/>
          </p:cNvSpPr>
          <p:nvPr>
            <p:ph type="sldNum" sz="quarter" idx="12"/>
          </p:nvPr>
        </p:nvSpPr>
        <p:spPr>
          <a:ln/>
        </p:spPr>
        <p:txBody>
          <a:bodyPr vert="horz" wrap="none" lIns="0" tIns="0" rIns="0" bIns="0" numCol="1" anchor="ctr" anchorCtr="1" compatLnSpc="1">
            <a:noAutofit/>
          </a:bodyPr>
          <a:lstStyle/>
          <a:p>
            <a:pPr marL="0" indent="0" algn="ctr" eaLnBrk="1" hangingPunct="1">
              <a:spcBef>
                <a:spcPct val="0"/>
              </a:spcBef>
              <a:buClrTx/>
              <a:buSzTx/>
              <a:buFontTx/>
              <a:buNone/>
            </a:pPr>
            <a:fld id="{9A0DB2DC-4C9A-4742-B13C-FB6460FD3503}" type="slidenum">
              <a:rPr lang="en-US" altLang="en-US" sz="1400" dirty="0">
                <a:solidFill>
                  <a:schemeClr val="bg1"/>
                </a:solidFill>
                <a:latin typeface="Century Gothic" panose="020B0502020202020204" pitchFamily="34" charset="0"/>
              </a:rPr>
              <a:t>2</a:t>
            </a:fld>
            <a:endParaRPr lang="en-US" altLang="en-US" sz="1400" dirty="0">
              <a:solidFill>
                <a:schemeClr val="bg1"/>
              </a:solidFill>
              <a:latin typeface="Century Gothic" panose="020B0502020202020204" pitchFamily="34" charset="0"/>
            </a:endParaRPr>
          </a:p>
        </p:txBody>
      </p:sp>
      <p:pic>
        <p:nvPicPr>
          <p:cNvPr id="8" name="Picture 7" descr="The image depicts a stylized, colorful, curly wave pattern with a prominent red dot connected to it, likely symbolizing connectivity or a link.&#10;&#10;AI-generated content may be incorrect.">
            <a:extLst>
              <a:ext uri="{FF2B5EF4-FFF2-40B4-BE49-F238E27FC236}">
                <a16:creationId xmlns:a16="http://schemas.microsoft.com/office/drawing/2014/main" id="{3DB0B60E-9610-BECA-3B29-B7E6345C3C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92080" y="142240"/>
            <a:ext cx="1701800" cy="1391920"/>
          </a:xfrm>
          <a:prstGeom prst="rect">
            <a:avLst/>
          </a:prstGeom>
        </p:spPr>
      </p:pic>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Date Placeholder 12"/>
          <p:cNvSpPr txBox="1">
            <a:spLocks noGrp="1"/>
          </p:cNvSpPr>
          <p:nvPr>
            <p:ph type="dt" sz="half"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Palatino Linotype" panose="02040502050505030304" pitchFamily="18"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5pPr>
          </a:lstStyle>
          <a:p>
            <a:pPr lvl="0" algn="ctr" eaLnBrk="1" hangingPunct="1"/>
            <a:r>
              <a:rPr lang="en-US" altLang="en-US" sz="1400" dirty="0">
                <a:solidFill>
                  <a:schemeClr val="tx2"/>
                </a:solidFill>
              </a:rPr>
              <a:t>Date09-06-2026:</a:t>
            </a:r>
          </a:p>
        </p:txBody>
      </p:sp>
      <p:sp>
        <p:nvSpPr>
          <p:cNvPr id="15" name="Slide Number Placeholder 14"/>
          <p:cNvSpPr txBox="1">
            <a:spLocks noGrp="1"/>
          </p:cNvSpPr>
          <p:nvPr>
            <p:ph type="sldNum" sz="quarter" idx="12"/>
          </p:nvPr>
        </p:nvSpPr>
        <p:spPr>
          <a:ln/>
        </p:spPr>
        <p:txBody>
          <a:bodyPr vert="horz" wrap="none" lIns="0" tIns="0" rIns="0" bIns="0" numCol="1" anchor="ctr" anchorCtr="1" compatLnSpc="1">
            <a:noAutofit/>
          </a:bodyPr>
          <a:lstStyle/>
          <a:p>
            <a:pPr marL="0" indent="0" algn="ctr" eaLnBrk="1" hangingPunct="1">
              <a:spcBef>
                <a:spcPct val="0"/>
              </a:spcBef>
              <a:buClrTx/>
              <a:buSzTx/>
              <a:buFontTx/>
              <a:buNone/>
            </a:pPr>
            <a:fld id="{9A0DB2DC-4C9A-4742-B13C-FB6460FD3503}" type="slidenum">
              <a:rPr lang="en-US" altLang="en-US" sz="1400" dirty="0">
                <a:solidFill>
                  <a:schemeClr val="bg1"/>
                </a:solidFill>
                <a:latin typeface="Century Gothic" panose="020B0502020202020204" pitchFamily="34" charset="0"/>
              </a:rPr>
              <a:t>3</a:t>
            </a:fld>
            <a:endParaRPr lang="en-US" altLang="en-US" sz="1400" dirty="0">
              <a:solidFill>
                <a:schemeClr val="bg1"/>
              </a:solidFill>
              <a:latin typeface="Century Gothic" panose="020B0502020202020204" pitchFamily="34" charset="0"/>
            </a:endParaRPr>
          </a:p>
        </p:txBody>
      </p:sp>
      <p:sp>
        <p:nvSpPr>
          <p:cNvPr id="3" name="Content Placeholder 2"/>
          <p:cNvSpPr>
            <a:spLocks noGrp="1"/>
          </p:cNvSpPr>
          <p:nvPr>
            <p:ph sz="quarter" idx="1"/>
          </p:nvPr>
        </p:nvSpPr>
        <p:spPr/>
        <p:txBody>
          <a:bodyPr vert="horz" wrap="square" lIns="91440" tIns="45720" rIns="91440" bIns="45720" numCol="1" anchor="t" anchorCtr="0" compatLnSpc="1">
            <a:normAutofit/>
          </a:bodyPr>
          <a:lstStyle/>
          <a:p>
            <a:pPr marL="274320" lvl="0" indent="-457200" eaLnBrk="1" fontAlgn="auto" hangingPunct="1">
              <a:spcBef>
                <a:spcPts val="580"/>
              </a:spcBef>
              <a:spcAft>
                <a:spcPts val="0"/>
              </a:spcAft>
              <a:buFont typeface="Wingdings" panose="05000000000000000000" pitchFamily="2" charset="2"/>
              <a:buChar char="q"/>
              <a:defRPr/>
            </a:pPr>
            <a:endParaRPr lang="en-US" sz="1800" dirty="0">
              <a:solidFill>
                <a:srgbClr val="000000"/>
              </a:solidFill>
              <a:latin typeface="Times New Roman" panose="02020603050405020304" pitchFamily="18" charset="0"/>
              <a:ea typeface="Microsoft Sans Serif" panose="020B0604020202020204" pitchFamily="34" charset="0"/>
              <a:cs typeface="Times New Roman" panose="02020603050405020304" pitchFamily="18" charset="0"/>
            </a:endParaRPr>
          </a:p>
          <a:p>
            <a:pPr marL="274320" lvl="0" indent="-457200" eaLnBrk="1" fontAlgn="auto" hangingPunct="1">
              <a:spcBef>
                <a:spcPts val="580"/>
              </a:spcBef>
              <a:spcAft>
                <a:spcPts val="0"/>
              </a:spcAft>
              <a:buFont typeface="Wingdings" panose="05000000000000000000" pitchFamily="2" charset="2"/>
              <a:buChar char="q"/>
              <a:defRPr/>
            </a:pPr>
            <a:endParaRPr lang="en-US" sz="1800" dirty="0">
              <a:solidFill>
                <a:srgbClr val="000000"/>
              </a:solidFill>
              <a:latin typeface="Times New Roman" panose="02020603050405020304" pitchFamily="18" charset="0"/>
              <a:ea typeface="Microsoft Sans Serif" panose="020B0604020202020204" pitchFamily="34" charset="0"/>
              <a:cs typeface="Times New Roman" panose="02020603050405020304" pitchFamily="18" charset="0"/>
            </a:endParaRPr>
          </a:p>
          <a:p>
            <a:pPr marL="274320" lvl="0" indent="-457200" eaLnBrk="1" fontAlgn="auto" hangingPunct="1">
              <a:spcBef>
                <a:spcPts val="580"/>
              </a:spcBef>
              <a:spcAft>
                <a:spcPts val="0"/>
              </a:spcAft>
              <a:buFont typeface="Wingdings" panose="05000000000000000000" pitchFamily="2" charset="2"/>
              <a:buChar char="q"/>
              <a:defRPr/>
            </a:pPr>
            <a:r>
              <a:rPr lang="en-US" sz="2000" dirty="0">
                <a:solidFill>
                  <a:srgbClr val="000000"/>
                </a:solidFill>
                <a:latin typeface="Times New Roman" panose="02020603050405020304" pitchFamily="18" charset="0"/>
                <a:ea typeface="Microsoft Sans Serif" panose="020B0604020202020204" pitchFamily="34" charset="0"/>
                <a:cs typeface="Times New Roman" panose="02020603050405020304" pitchFamily="18" charset="0"/>
              </a:rPr>
              <a:t>Perform ETL on mutual fund data</a:t>
            </a:r>
          </a:p>
          <a:p>
            <a:pPr marL="274320" lvl="0" indent="-457200" eaLnBrk="1" fontAlgn="auto" hangingPunct="1">
              <a:spcBef>
                <a:spcPts val="580"/>
              </a:spcBef>
              <a:spcAft>
                <a:spcPts val="0"/>
              </a:spcAft>
              <a:buFont typeface="Wingdings" panose="05000000000000000000" pitchFamily="2" charset="2"/>
              <a:buChar char="q"/>
              <a:defRPr/>
            </a:pPr>
            <a:r>
              <a:rPr lang="en-US" sz="2000" dirty="0">
                <a:solidFill>
                  <a:srgbClr val="000000"/>
                </a:solidFill>
                <a:latin typeface="Times New Roman" panose="02020603050405020304" pitchFamily="18" charset="0"/>
                <a:ea typeface="Microsoft Sans Serif" panose="020B0604020202020204" pitchFamily="34" charset="0"/>
                <a:cs typeface="Times New Roman" panose="02020603050405020304" pitchFamily="18" charset="0"/>
              </a:rPr>
              <a:t>Conduct Exploratory Data Analysis (EDA)</a:t>
            </a:r>
          </a:p>
          <a:p>
            <a:pPr marL="274320" lvl="0" indent="-457200" eaLnBrk="1" fontAlgn="auto" hangingPunct="1">
              <a:spcBef>
                <a:spcPts val="580"/>
              </a:spcBef>
              <a:spcAft>
                <a:spcPts val="0"/>
              </a:spcAft>
              <a:buFont typeface="Wingdings" panose="05000000000000000000" pitchFamily="2" charset="2"/>
              <a:buChar char="q"/>
              <a:defRPr/>
            </a:pPr>
            <a:r>
              <a:rPr lang="en-US" sz="2000" dirty="0">
                <a:solidFill>
                  <a:srgbClr val="000000"/>
                </a:solidFill>
                <a:latin typeface="Times New Roman" panose="02020603050405020304" pitchFamily="18" charset="0"/>
                <a:ea typeface="Microsoft Sans Serif" panose="020B0604020202020204" pitchFamily="34" charset="0"/>
                <a:cs typeface="Times New Roman" panose="02020603050405020304" pitchFamily="18" charset="0"/>
              </a:rPr>
              <a:t>Analyze fund performance</a:t>
            </a:r>
          </a:p>
          <a:p>
            <a:pPr marL="274320" lvl="0" indent="-457200" eaLnBrk="1" fontAlgn="auto" hangingPunct="1">
              <a:spcBef>
                <a:spcPts val="580"/>
              </a:spcBef>
              <a:spcAft>
                <a:spcPts val="0"/>
              </a:spcAft>
              <a:buFont typeface="Wingdings" panose="05000000000000000000" pitchFamily="2" charset="2"/>
              <a:buChar char="q"/>
              <a:defRPr/>
            </a:pPr>
            <a:r>
              <a:rPr lang="en-US" sz="2000" dirty="0">
                <a:solidFill>
                  <a:srgbClr val="000000"/>
                </a:solidFill>
                <a:latin typeface="Times New Roman" panose="02020603050405020304" pitchFamily="18" charset="0"/>
                <a:ea typeface="Microsoft Sans Serif" panose="020B0604020202020204" pitchFamily="34" charset="0"/>
                <a:cs typeface="Times New Roman" panose="02020603050405020304" pitchFamily="18" charset="0"/>
              </a:rPr>
              <a:t>Measure risk using Var and CVaR</a:t>
            </a:r>
          </a:p>
          <a:p>
            <a:pPr marL="274320" lvl="0" indent="-457200" eaLnBrk="1" fontAlgn="auto" hangingPunct="1">
              <a:spcBef>
                <a:spcPts val="580"/>
              </a:spcBef>
              <a:spcAft>
                <a:spcPts val="0"/>
              </a:spcAft>
              <a:buFont typeface="Wingdings" panose="05000000000000000000" pitchFamily="2" charset="2"/>
              <a:buChar char="q"/>
              <a:defRPr/>
            </a:pPr>
            <a:r>
              <a:rPr lang="en-US" sz="2000" dirty="0">
                <a:solidFill>
                  <a:srgbClr val="000000"/>
                </a:solidFill>
                <a:latin typeface="Times New Roman" panose="02020603050405020304" pitchFamily="18" charset="0"/>
                <a:ea typeface="Microsoft Sans Serif" panose="020B0604020202020204" pitchFamily="34" charset="0"/>
                <a:cs typeface="Times New Roman" panose="02020603050405020304" pitchFamily="18" charset="0"/>
              </a:rPr>
              <a:t>Build an interactive Power BI dashboard</a:t>
            </a:r>
          </a:p>
          <a:p>
            <a:pPr marL="274320" lvl="0" indent="-457200" eaLnBrk="1" fontAlgn="auto" hangingPunct="1">
              <a:spcBef>
                <a:spcPts val="580"/>
              </a:spcBef>
              <a:spcAft>
                <a:spcPts val="0"/>
              </a:spcAft>
              <a:buFont typeface="Wingdings" panose="05000000000000000000" pitchFamily="2" charset="2"/>
              <a:buChar char="q"/>
              <a:defRPr/>
            </a:pPr>
            <a:r>
              <a:rPr lang="en-US" sz="2000" dirty="0">
                <a:solidFill>
                  <a:srgbClr val="000000"/>
                </a:solidFill>
                <a:latin typeface="Times New Roman" panose="02020603050405020304" pitchFamily="18" charset="0"/>
                <a:ea typeface="Microsoft Sans Serif" panose="020B0604020202020204" pitchFamily="34" charset="0"/>
                <a:cs typeface="Times New Roman" panose="02020603050405020304" pitchFamily="18" charset="0"/>
              </a:rPr>
              <a:t>Generate investment recommendations</a:t>
            </a:r>
            <a:endParaRPr kumimoji="0" lang="en-IN" sz="2000" b="0" i="0" u="none" strike="noStrike" kern="1200" cap="none" spc="0" normalizeH="0" baseline="0" noProof="0" dirty="0">
              <a:ln>
                <a:noFill/>
              </a:ln>
              <a:solidFill>
                <a:srgbClr val="000000"/>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endParaRPr>
          </a:p>
        </p:txBody>
      </p:sp>
      <p:sp>
        <p:nvSpPr>
          <p:cNvPr id="2" name="Title 1"/>
          <p:cNvSpPr>
            <a:spLocks noGrp="1"/>
          </p:cNvSpPr>
          <p:nvPr>
            <p:ph type="title"/>
          </p:nvPr>
        </p:nvSpPr>
        <p:spPr>
          <a:xfrm>
            <a:off x="944563" y="228600"/>
            <a:ext cx="10363200" cy="838200"/>
          </a:xfrm>
        </p:spPr>
        <p:txBody>
          <a:bodyPr vert="horz" wrap="square" lIns="91440" tIns="45720" rIns="91440" bIns="91440" numCol="1" anchor="b" anchorCtr="0" compatLnSpc="1">
            <a:normAutofit/>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4000" b="0" i="0" u="none" strike="noStrike" kern="1200" cap="none" spc="0" normalizeH="0" baseline="0" noProof="0" dirty="0">
                <a:ln>
                  <a:noFill/>
                </a:ln>
                <a:solidFill>
                  <a:schemeClr val="tx1"/>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t>Project Objectives</a:t>
            </a:r>
            <a:endParaRPr kumimoji="0" lang="en-IN" sz="4000" b="0" i="0" u="none" strike="noStrike" kern="1200" cap="none" spc="0" normalizeH="0" baseline="0" noProof="0" dirty="0">
              <a:ln>
                <a:noFill/>
              </a:ln>
              <a:solidFill>
                <a:schemeClr val="tx1"/>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endParaRPr>
          </a:p>
        </p:txBody>
      </p:sp>
      <p:pic>
        <p:nvPicPr>
          <p:cNvPr id="6" name="Picture 5" descr="The image depicts a stylized, colorful, curly wave pattern with a prominent red dot connected to it, likely symbolizing connectivity or a link.&#10;&#10;AI-generated content may be incorrect.">
            <a:extLst>
              <a:ext uri="{FF2B5EF4-FFF2-40B4-BE49-F238E27FC236}">
                <a16:creationId xmlns:a16="http://schemas.microsoft.com/office/drawing/2014/main" id="{FB4E1C29-C865-DF48-A817-DA87C437E53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56520" y="106680"/>
            <a:ext cx="1432560" cy="1341120"/>
          </a:xfrm>
          <a:prstGeom prst="rect">
            <a:avLst/>
          </a:prstGeom>
        </p:spPr>
      </p:pic>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Date Placeholder 1"/>
          <p:cNvSpPr txBox="1">
            <a:spLocks noGrp="1"/>
          </p:cNvSpPr>
          <p:nvPr>
            <p:ph type="dt" sz="half"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Palatino Linotype" panose="02040502050505030304" pitchFamily="18"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5pPr>
          </a:lstStyle>
          <a:p>
            <a:pPr lvl="0" algn="ctr" eaLnBrk="1" hangingPunct="1"/>
            <a:r>
              <a:rPr lang="en-US" altLang="en-US" sz="1400" dirty="0">
                <a:solidFill>
                  <a:schemeClr val="tx2"/>
                </a:solidFill>
              </a:rPr>
              <a:t>Date:09-06-2026</a:t>
            </a:r>
          </a:p>
        </p:txBody>
      </p:sp>
      <p:sp>
        <p:nvSpPr>
          <p:cNvPr id="4" name="Slide Number Placeholder 3"/>
          <p:cNvSpPr txBox="1">
            <a:spLocks noGrp="1"/>
          </p:cNvSpPr>
          <p:nvPr>
            <p:ph type="sldNum" sz="quarter" idx="12"/>
          </p:nvPr>
        </p:nvSpPr>
        <p:spPr>
          <a:ln/>
        </p:spPr>
        <p:txBody>
          <a:bodyPr vert="horz" wrap="none" lIns="0" tIns="0" rIns="0" bIns="0" numCol="1" anchor="ctr" anchorCtr="1" compatLnSpc="1">
            <a:noAutofit/>
          </a:bodyPr>
          <a:lstStyle/>
          <a:p>
            <a:pPr marL="0" indent="0" algn="ctr" eaLnBrk="1" hangingPunct="1">
              <a:spcBef>
                <a:spcPct val="0"/>
              </a:spcBef>
              <a:buClrTx/>
              <a:buSzTx/>
              <a:buFontTx/>
              <a:buNone/>
            </a:pPr>
            <a:fld id="{9A0DB2DC-4C9A-4742-B13C-FB6460FD3503}" type="slidenum">
              <a:rPr lang="en-US" altLang="en-US" sz="1400" dirty="0">
                <a:solidFill>
                  <a:schemeClr val="bg1"/>
                </a:solidFill>
                <a:latin typeface="Century Gothic" panose="020B0502020202020204" pitchFamily="34" charset="0"/>
              </a:rPr>
              <a:t>4</a:t>
            </a:fld>
            <a:endParaRPr lang="en-US" altLang="en-US" sz="1400" dirty="0">
              <a:solidFill>
                <a:schemeClr val="bg1"/>
              </a:solidFill>
              <a:latin typeface="Century Gothic" panose="020B0502020202020204" pitchFamily="34" charset="0"/>
            </a:endParaRPr>
          </a:p>
        </p:txBody>
      </p:sp>
      <p:sp>
        <p:nvSpPr>
          <p:cNvPr id="7" name="Title 6"/>
          <p:cNvSpPr>
            <a:spLocks noGrp="1"/>
          </p:cNvSpPr>
          <p:nvPr>
            <p:ph type="title"/>
          </p:nvPr>
        </p:nvSpPr>
        <p:spPr>
          <a:xfrm>
            <a:off x="890588" y="261938"/>
            <a:ext cx="10363200" cy="838200"/>
          </a:xfrm>
        </p:spPr>
        <p:txBody>
          <a:bodyPr vert="horz" wrap="square" lIns="91440" tIns="45720" rIns="91440" bIns="91440" numCol="1" anchor="b" anchorCtr="0" compatLnSpc="1">
            <a:normAutofit/>
          </a:bodyPr>
          <a:lstStyle/>
          <a:p>
            <a:pPr marL="0" marR="0" lvl="0" indent="0" algn="ctr" defTabSz="914400" rtl="0" eaLnBrk="1" fontAlgn="auto" latinLnBrk="0" hangingPunct="1">
              <a:lnSpc>
                <a:spcPct val="100000"/>
              </a:lnSpc>
              <a:spcBef>
                <a:spcPct val="0"/>
              </a:spcBef>
              <a:spcAft>
                <a:spcPts val="0"/>
              </a:spcAft>
              <a:buClrTx/>
              <a:buSzTx/>
              <a:buFontTx/>
              <a:buNone/>
              <a:defRPr/>
            </a:pPr>
            <a: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t>P</a:t>
            </a:r>
            <a:r>
              <a:rPr lang="en-IN" dirty="0" err="1">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t>roject</a:t>
            </a:r>
            <a:r>
              <a:rPr lang="en-IN"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t>  Architecture </a:t>
            </a:r>
            <a:endParaRPr kumimoji="0" lang="en-IN"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endParaRPr>
          </a:p>
        </p:txBody>
      </p:sp>
      <p:sp>
        <p:nvSpPr>
          <p:cNvPr id="10" name="Content Placeholder 2"/>
          <p:cNvSpPr txBox="1"/>
          <p:nvPr/>
        </p:nvSpPr>
        <p:spPr>
          <a:xfrm>
            <a:off x="1219200" y="1447800"/>
            <a:ext cx="10363200" cy="4572000"/>
          </a:xfrm>
          <a:prstGeom prst="rect">
            <a:avLst/>
          </a:prstGeom>
        </p:spPr>
        <p:txBody>
          <a:bodyPr>
            <a:normAutofit/>
          </a:bodyPr>
          <a:lstStyle>
            <a:lvl1pPr marL="274320" indent="-274320" algn="l" rtl="0" eaLnBrk="1" latinLnBrk="0" hangingPunct="1">
              <a:spcBef>
                <a:spcPts val="580"/>
              </a:spcBef>
              <a:buClr>
                <a:schemeClr val="accent1"/>
              </a:buClr>
              <a:buSzPct val="85000"/>
              <a:buFont typeface="Wingdings 2" panose="05020102010507070707"/>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panose="05020102010507070707"/>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panose="05020102010507070707"/>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panose="05020102010507070707"/>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 typeface="Arial" panose="020B0604020202020204" pitchFamily="34" charset="0"/>
              <a:buChar char="•"/>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274320" marR="0" lvl="0" indent="-457200" algn="l" defTabSz="914400" rtl="0" eaLnBrk="1" fontAlgn="auto" latinLnBrk="0" hangingPunct="1">
              <a:lnSpc>
                <a:spcPct val="100000"/>
              </a:lnSpc>
              <a:spcBef>
                <a:spcPts val="580"/>
              </a:spcBef>
              <a:spcAft>
                <a:spcPts val="0"/>
              </a:spcAft>
              <a:buClr>
                <a:schemeClr val="accent1"/>
              </a:buClr>
              <a:buSzPct val="85000"/>
              <a:buFont typeface="Wingdings" panose="05000000000000000000" pitchFamily="2" charset="2"/>
              <a:buChar char="q"/>
              <a:defRPr/>
            </a:pPr>
            <a:endParaRPr kumimoji="0" lang="en-IN" sz="1800" b="0" i="0" u="none" strike="noStrike" kern="1200" cap="none" spc="0" normalizeH="0" baseline="0" noProof="0" dirty="0">
              <a:ln>
                <a:noFill/>
              </a:ln>
              <a:solidFill>
                <a:srgbClr val="000000"/>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endParaRPr>
          </a:p>
          <a:p>
            <a:pPr lvl="0" fontAlgn="auto">
              <a:spcAft>
                <a:spcPts val="0"/>
              </a:spcAft>
              <a:defRPr/>
            </a:pPr>
            <a:r>
              <a:rPr lang="en-IN" sz="1800" dirty="0">
                <a:latin typeface="Times New Roman" panose="02020603050405020304" pitchFamily="18" charset="0"/>
                <a:cs typeface="Times New Roman" panose="02020603050405020304" pitchFamily="18" charset="0"/>
              </a:rPr>
              <a:t>Data Collection ↓</a:t>
            </a:r>
          </a:p>
          <a:p>
            <a:pPr lvl="0" fontAlgn="auto">
              <a:spcAft>
                <a:spcPts val="0"/>
              </a:spcAft>
              <a:defRPr/>
            </a:pPr>
            <a:r>
              <a:rPr lang="en-IN" sz="1800" dirty="0">
                <a:latin typeface="Times New Roman" panose="02020603050405020304" pitchFamily="18" charset="0"/>
                <a:cs typeface="Times New Roman" panose="02020603050405020304" pitchFamily="18" charset="0"/>
              </a:rPr>
              <a:t> Data Cleaning (ETL) ↓</a:t>
            </a:r>
          </a:p>
          <a:p>
            <a:pPr lvl="0" fontAlgn="auto">
              <a:spcAft>
                <a:spcPts val="0"/>
              </a:spcAft>
              <a:defRPr/>
            </a:pPr>
            <a:r>
              <a:rPr lang="en-IN" sz="1800" dirty="0">
                <a:latin typeface="Times New Roman" panose="02020603050405020304" pitchFamily="18" charset="0"/>
                <a:cs typeface="Times New Roman" panose="02020603050405020304" pitchFamily="18" charset="0"/>
              </a:rPr>
              <a:t> EDA ↓ </a:t>
            </a:r>
          </a:p>
          <a:p>
            <a:pPr lvl="0" fontAlgn="auto">
              <a:spcAft>
                <a:spcPts val="0"/>
              </a:spcAft>
              <a:defRPr/>
            </a:pPr>
            <a:r>
              <a:rPr lang="en-IN" sz="1800" dirty="0">
                <a:latin typeface="Times New Roman" panose="02020603050405020304" pitchFamily="18" charset="0"/>
                <a:cs typeface="Times New Roman" panose="02020603050405020304" pitchFamily="18" charset="0"/>
              </a:rPr>
              <a:t>Performance Analysis ↓ </a:t>
            </a:r>
          </a:p>
          <a:p>
            <a:pPr lvl="0" fontAlgn="auto">
              <a:spcAft>
                <a:spcPts val="0"/>
              </a:spcAft>
              <a:defRPr/>
            </a:pPr>
            <a:r>
              <a:rPr lang="en-IN" sz="1800" dirty="0">
                <a:latin typeface="Times New Roman" panose="02020603050405020304" pitchFamily="18" charset="0"/>
                <a:cs typeface="Times New Roman" panose="02020603050405020304" pitchFamily="18" charset="0"/>
              </a:rPr>
              <a:t>Risk Analysis ↓</a:t>
            </a:r>
          </a:p>
          <a:p>
            <a:pPr lvl="0" fontAlgn="auto">
              <a:spcAft>
                <a:spcPts val="0"/>
              </a:spcAft>
              <a:defRPr/>
            </a:pPr>
            <a:r>
              <a:rPr lang="en-IN" sz="1800" dirty="0">
                <a:latin typeface="Times New Roman" panose="02020603050405020304" pitchFamily="18" charset="0"/>
                <a:cs typeface="Times New Roman" panose="02020603050405020304" pitchFamily="18" charset="0"/>
              </a:rPr>
              <a:t> Power BI Dashboard ↓</a:t>
            </a:r>
          </a:p>
          <a:p>
            <a:pPr lvl="0" fontAlgn="auto">
              <a:spcAft>
                <a:spcPts val="0"/>
              </a:spcAft>
              <a:defRPr/>
            </a:pPr>
            <a:r>
              <a:rPr lang="en-IN" sz="1800" dirty="0">
                <a:latin typeface="Times New Roman" panose="02020603050405020304" pitchFamily="18" charset="0"/>
                <a:cs typeface="Times New Roman" panose="02020603050405020304" pitchFamily="18" charset="0"/>
              </a:rPr>
              <a:t> Insights &amp; Recommendations</a:t>
            </a:r>
            <a:endParaRPr kumimoji="0" lang="en-IN" sz="18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pic>
        <p:nvPicPr>
          <p:cNvPr id="5" name="Picture 4" descr="The image depicts a stylized, colorful, curly wave pattern with a prominent red dot connected to it, likely symbolizing connectivity or a link.&#10;&#10;AI-generated content may be incorrect.">
            <a:extLst>
              <a:ext uri="{FF2B5EF4-FFF2-40B4-BE49-F238E27FC236}">
                <a16:creationId xmlns:a16="http://schemas.microsoft.com/office/drawing/2014/main" id="{5C3FACDD-45BD-6173-6C2A-CA6662B140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04120" y="111760"/>
            <a:ext cx="1737360" cy="1452880"/>
          </a:xfrm>
          <a:prstGeom prst="rect">
            <a:avLst/>
          </a:prstGeom>
        </p:spPr>
      </p:pic>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Date Placeholder 8"/>
          <p:cNvSpPr txBox="1">
            <a:spLocks noGrp="1"/>
          </p:cNvSpPr>
          <p:nvPr>
            <p:ph type="dt" sz="half"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Palatino Linotype" panose="02040502050505030304" pitchFamily="18"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5pPr>
          </a:lstStyle>
          <a:p>
            <a:pPr lvl="0" algn="ctr" eaLnBrk="1" hangingPunct="1"/>
            <a:r>
              <a:rPr lang="en-US" altLang="en-US" sz="1400" dirty="0">
                <a:solidFill>
                  <a:schemeClr val="tx2"/>
                </a:solidFill>
              </a:rPr>
              <a:t>Date09-06-2026</a:t>
            </a:r>
          </a:p>
        </p:txBody>
      </p:sp>
      <p:sp>
        <p:nvSpPr>
          <p:cNvPr id="11" name="Slide Number Placeholder 10"/>
          <p:cNvSpPr txBox="1">
            <a:spLocks noGrp="1"/>
          </p:cNvSpPr>
          <p:nvPr>
            <p:ph type="sldNum" sz="quarter" idx="12"/>
          </p:nvPr>
        </p:nvSpPr>
        <p:spPr>
          <a:ln/>
        </p:spPr>
        <p:txBody>
          <a:bodyPr vert="horz" wrap="none" lIns="0" tIns="0" rIns="0" bIns="0" numCol="1" anchor="ctr" anchorCtr="1" compatLnSpc="1">
            <a:noAutofit/>
          </a:bodyPr>
          <a:lstStyle/>
          <a:p>
            <a:pPr marL="0" indent="0" algn="ctr" eaLnBrk="1" hangingPunct="1">
              <a:spcBef>
                <a:spcPct val="0"/>
              </a:spcBef>
              <a:buClrTx/>
              <a:buSzTx/>
              <a:buFontTx/>
              <a:buNone/>
            </a:pPr>
            <a:fld id="{9A0DB2DC-4C9A-4742-B13C-FB6460FD3503}" type="slidenum">
              <a:rPr lang="en-US" altLang="en-US" sz="1400" dirty="0">
                <a:solidFill>
                  <a:schemeClr val="bg1"/>
                </a:solidFill>
                <a:latin typeface="Century Gothic" panose="020B0502020202020204" pitchFamily="34" charset="0"/>
              </a:rPr>
              <a:t>5</a:t>
            </a:fld>
            <a:endParaRPr lang="en-US" altLang="en-US" sz="1400" dirty="0">
              <a:solidFill>
                <a:schemeClr val="bg1"/>
              </a:solidFill>
              <a:latin typeface="Century Gothic" panose="020B0502020202020204" pitchFamily="34" charset="0"/>
            </a:endParaRPr>
          </a:p>
        </p:txBody>
      </p:sp>
      <p:sp>
        <p:nvSpPr>
          <p:cNvPr id="15" name="Content Placeholder 2"/>
          <p:cNvSpPr>
            <a:spLocks noGrp="1"/>
          </p:cNvSpPr>
          <p:nvPr>
            <p:ph sz="quarter" idx="1"/>
          </p:nvPr>
        </p:nvSpPr>
        <p:spPr>
          <a:xfrm>
            <a:off x="781050" y="1137602"/>
            <a:ext cx="10629900" cy="4949192"/>
          </a:xfrm>
        </p:spPr>
        <p:txBody>
          <a:bodyPr vert="horz" wrap="square" lIns="91440" tIns="45720" rIns="91440" bIns="45720" numCol="1" anchor="t" anchorCtr="0" compatLnSpc="1">
            <a:normAutofit/>
          </a:bodyPr>
          <a:lstStyle/>
          <a:p>
            <a:pPr marL="0" lvl="0" indent="0" eaLnBrk="1" fontAlgn="auto" hangingPunct="1">
              <a:spcBef>
                <a:spcPts val="580"/>
              </a:spcBef>
              <a:spcAft>
                <a:spcPts val="0"/>
              </a:spcAft>
              <a:buNone/>
              <a:defRPr/>
            </a:pPr>
            <a:r>
              <a:rPr lang="en-IN" sz="1800" b="1" dirty="0">
                <a:latin typeface="Times New Roman" panose="02020603050405020304" pitchFamily="18" charset="0"/>
                <a:cs typeface="Times New Roman" panose="02020603050405020304" pitchFamily="18" charset="0"/>
              </a:rPr>
              <a:t>Dataset Includes:</a:t>
            </a:r>
          </a:p>
          <a:p>
            <a:pPr marL="274320" lvl="0" indent="-457200" eaLnBrk="1" fontAlgn="auto" hangingPunct="1">
              <a:spcBef>
                <a:spcPts val="580"/>
              </a:spcBef>
              <a:spcAft>
                <a:spcPts val="0"/>
              </a:spcAft>
              <a:buFont typeface="Wingdings" panose="05000000000000000000" pitchFamily="2" charset="2"/>
              <a:buChar char="q"/>
              <a:defRPr/>
            </a:pPr>
            <a:r>
              <a:rPr lang="en-IN" sz="1800" dirty="0">
                <a:latin typeface="Times New Roman" panose="02020603050405020304" pitchFamily="18" charset="0"/>
                <a:cs typeface="Times New Roman" panose="02020603050405020304" pitchFamily="18" charset="0"/>
              </a:rPr>
              <a:t>Fund Name</a:t>
            </a:r>
          </a:p>
          <a:p>
            <a:pPr marL="274320" lvl="0" indent="-457200" eaLnBrk="1" fontAlgn="auto" hangingPunct="1">
              <a:spcBef>
                <a:spcPts val="580"/>
              </a:spcBef>
              <a:spcAft>
                <a:spcPts val="0"/>
              </a:spcAft>
              <a:buFont typeface="Wingdings" panose="05000000000000000000" pitchFamily="2" charset="2"/>
              <a:buChar char="q"/>
              <a:defRPr/>
            </a:pPr>
            <a:r>
              <a:rPr lang="en-IN" sz="1800" dirty="0">
                <a:latin typeface="Times New Roman" panose="02020603050405020304" pitchFamily="18" charset="0"/>
                <a:cs typeface="Times New Roman" panose="02020603050405020304" pitchFamily="18" charset="0"/>
              </a:rPr>
              <a:t>Fund Category</a:t>
            </a:r>
          </a:p>
          <a:p>
            <a:pPr marL="274320" lvl="0" indent="-457200" eaLnBrk="1" fontAlgn="auto" hangingPunct="1">
              <a:spcBef>
                <a:spcPts val="580"/>
              </a:spcBef>
              <a:spcAft>
                <a:spcPts val="0"/>
              </a:spcAft>
              <a:buFont typeface="Wingdings" panose="05000000000000000000" pitchFamily="2" charset="2"/>
              <a:buChar char="q"/>
              <a:defRPr/>
            </a:pPr>
            <a:r>
              <a:rPr lang="en-IN" sz="1800" dirty="0">
                <a:latin typeface="Times New Roman" panose="02020603050405020304" pitchFamily="18" charset="0"/>
                <a:cs typeface="Times New Roman" panose="02020603050405020304" pitchFamily="18" charset="0"/>
              </a:rPr>
              <a:t>NAV</a:t>
            </a:r>
          </a:p>
          <a:p>
            <a:pPr marL="274320" lvl="0" indent="-457200" eaLnBrk="1" fontAlgn="auto" hangingPunct="1">
              <a:spcBef>
                <a:spcPts val="580"/>
              </a:spcBef>
              <a:spcAft>
                <a:spcPts val="0"/>
              </a:spcAft>
              <a:buFont typeface="Wingdings" panose="05000000000000000000" pitchFamily="2" charset="2"/>
              <a:buChar char="q"/>
              <a:defRPr/>
            </a:pPr>
            <a:r>
              <a:rPr lang="en-IN" sz="1800" dirty="0">
                <a:latin typeface="Times New Roman" panose="02020603050405020304" pitchFamily="18" charset="0"/>
                <a:cs typeface="Times New Roman" panose="02020603050405020304" pitchFamily="18" charset="0"/>
              </a:rPr>
              <a:t>Returns</a:t>
            </a:r>
          </a:p>
          <a:p>
            <a:pPr marL="274320" lvl="0" indent="-457200" eaLnBrk="1" fontAlgn="auto" hangingPunct="1">
              <a:spcBef>
                <a:spcPts val="580"/>
              </a:spcBef>
              <a:spcAft>
                <a:spcPts val="0"/>
              </a:spcAft>
              <a:buFont typeface="Wingdings" panose="05000000000000000000" pitchFamily="2" charset="2"/>
              <a:buChar char="q"/>
              <a:defRPr/>
            </a:pPr>
            <a:r>
              <a:rPr lang="en-IN" sz="1800" dirty="0">
                <a:latin typeface="Times New Roman" panose="02020603050405020304" pitchFamily="18" charset="0"/>
                <a:cs typeface="Times New Roman" panose="02020603050405020304" pitchFamily="18" charset="0"/>
              </a:rPr>
              <a:t>Expense Ratio</a:t>
            </a:r>
          </a:p>
          <a:p>
            <a:pPr marL="274320" lvl="0" indent="-457200" eaLnBrk="1" fontAlgn="auto" hangingPunct="1">
              <a:spcBef>
                <a:spcPts val="580"/>
              </a:spcBef>
              <a:spcAft>
                <a:spcPts val="0"/>
              </a:spcAft>
              <a:buFont typeface="Wingdings" panose="05000000000000000000" pitchFamily="2" charset="2"/>
              <a:buChar char="q"/>
              <a:defRPr/>
            </a:pPr>
            <a:r>
              <a:rPr lang="en-IN" sz="1800" dirty="0">
                <a:latin typeface="Times New Roman" panose="02020603050405020304" pitchFamily="18" charset="0"/>
                <a:cs typeface="Times New Roman" panose="02020603050405020304" pitchFamily="18" charset="0"/>
              </a:rPr>
              <a:t>Risk Metrics</a:t>
            </a:r>
          </a:p>
          <a:p>
            <a:pPr marL="0" lvl="0" indent="0" eaLnBrk="1" fontAlgn="auto" hangingPunct="1">
              <a:spcBef>
                <a:spcPts val="580"/>
              </a:spcBef>
              <a:spcAft>
                <a:spcPts val="0"/>
              </a:spcAft>
              <a:buNone/>
              <a:defRPr/>
            </a:pPr>
            <a:r>
              <a:rPr lang="en-IN" sz="1800" b="1" dirty="0">
                <a:latin typeface="Times New Roman" panose="02020603050405020304" pitchFamily="18" charset="0"/>
                <a:cs typeface="Times New Roman" panose="02020603050405020304" pitchFamily="18" charset="0"/>
              </a:rPr>
              <a:t>Tools Used:</a:t>
            </a:r>
          </a:p>
          <a:p>
            <a:pPr marL="274320" lvl="0" indent="-457200" eaLnBrk="1" fontAlgn="auto" hangingPunct="1">
              <a:spcBef>
                <a:spcPts val="580"/>
              </a:spcBef>
              <a:spcAft>
                <a:spcPts val="0"/>
              </a:spcAft>
              <a:buFont typeface="Wingdings" panose="05000000000000000000" pitchFamily="2" charset="2"/>
              <a:buChar char="q"/>
              <a:defRPr/>
            </a:pPr>
            <a:r>
              <a:rPr lang="en-IN" sz="1800" dirty="0">
                <a:latin typeface="Times New Roman" panose="02020603050405020304" pitchFamily="18" charset="0"/>
                <a:cs typeface="Times New Roman" panose="02020603050405020304" pitchFamily="18" charset="0"/>
              </a:rPr>
              <a:t>Python</a:t>
            </a:r>
          </a:p>
          <a:p>
            <a:pPr marL="274320" lvl="0" indent="-457200" eaLnBrk="1" fontAlgn="auto" hangingPunct="1">
              <a:spcBef>
                <a:spcPts val="580"/>
              </a:spcBef>
              <a:spcAft>
                <a:spcPts val="0"/>
              </a:spcAft>
              <a:buFont typeface="Wingdings" panose="05000000000000000000" pitchFamily="2" charset="2"/>
              <a:buChar char="q"/>
              <a:defRPr/>
            </a:pPr>
            <a:r>
              <a:rPr lang="en-IN" sz="1800" dirty="0">
                <a:latin typeface="Times New Roman" panose="02020603050405020304" pitchFamily="18" charset="0"/>
                <a:cs typeface="Times New Roman" panose="02020603050405020304" pitchFamily="18" charset="0"/>
              </a:rPr>
              <a:t>Pandas</a:t>
            </a:r>
          </a:p>
          <a:p>
            <a:pPr marL="274320" lvl="0" indent="-457200" eaLnBrk="1" fontAlgn="auto" hangingPunct="1">
              <a:spcBef>
                <a:spcPts val="580"/>
              </a:spcBef>
              <a:spcAft>
                <a:spcPts val="0"/>
              </a:spcAft>
              <a:buFont typeface="Wingdings" panose="05000000000000000000" pitchFamily="2" charset="2"/>
              <a:buChar char="q"/>
              <a:defRPr/>
            </a:pPr>
            <a:r>
              <a:rPr lang="en-IN" sz="1800" dirty="0">
                <a:latin typeface="Times New Roman" panose="02020603050405020304" pitchFamily="18" charset="0"/>
                <a:cs typeface="Times New Roman" panose="02020603050405020304" pitchFamily="18" charset="0"/>
              </a:rPr>
              <a:t>NumPy</a:t>
            </a:r>
          </a:p>
          <a:p>
            <a:pPr marL="274320" lvl="0" indent="-457200" eaLnBrk="1" fontAlgn="auto" hangingPunct="1">
              <a:spcBef>
                <a:spcPts val="580"/>
              </a:spcBef>
              <a:spcAft>
                <a:spcPts val="0"/>
              </a:spcAft>
              <a:buFont typeface="Wingdings" panose="05000000000000000000" pitchFamily="2" charset="2"/>
              <a:buChar char="q"/>
              <a:defRPr/>
            </a:pPr>
            <a:r>
              <a:rPr lang="en-IN" sz="1800" dirty="0">
                <a:latin typeface="Times New Roman" panose="02020603050405020304" pitchFamily="18" charset="0"/>
                <a:cs typeface="Times New Roman" panose="02020603050405020304" pitchFamily="18" charset="0"/>
              </a:rPr>
              <a:t>Matplotlib</a:t>
            </a:r>
          </a:p>
          <a:p>
            <a:pPr marL="274320" lvl="0" indent="-457200" eaLnBrk="1" fontAlgn="auto" hangingPunct="1">
              <a:spcBef>
                <a:spcPts val="580"/>
              </a:spcBef>
              <a:spcAft>
                <a:spcPts val="0"/>
              </a:spcAft>
              <a:buFont typeface="Wingdings" panose="05000000000000000000" pitchFamily="2" charset="2"/>
              <a:buChar char="q"/>
              <a:defRPr/>
            </a:pPr>
            <a:r>
              <a:rPr lang="en-IN" sz="1800" dirty="0">
                <a:latin typeface="Times New Roman" panose="02020603050405020304" pitchFamily="18" charset="0"/>
                <a:cs typeface="Times New Roman" panose="02020603050405020304" pitchFamily="18" charset="0"/>
              </a:rPr>
              <a:t>Power BI</a:t>
            </a:r>
          </a:p>
          <a:p>
            <a:pPr marL="274320" lvl="0" indent="-457200" eaLnBrk="1" fontAlgn="auto" hangingPunct="1">
              <a:spcBef>
                <a:spcPts val="580"/>
              </a:spcBef>
              <a:spcAft>
                <a:spcPts val="0"/>
              </a:spcAft>
              <a:buFont typeface="Wingdings" panose="05000000000000000000" pitchFamily="2" charset="2"/>
              <a:buChar char="q"/>
              <a:defRPr/>
            </a:pPr>
            <a:r>
              <a:rPr lang="en-IN" sz="1800" dirty="0">
                <a:latin typeface="Times New Roman" panose="02020603050405020304" pitchFamily="18" charset="0"/>
                <a:cs typeface="Times New Roman" panose="02020603050405020304" pitchFamily="18" charset="0"/>
              </a:rPr>
              <a:t>GitHub</a:t>
            </a:r>
            <a:endParaRPr kumimoji="0" lang="en-IN" sz="18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2" name="Title 1"/>
          <p:cNvSpPr>
            <a:spLocks noGrp="1"/>
          </p:cNvSpPr>
          <p:nvPr>
            <p:ph type="title"/>
          </p:nvPr>
        </p:nvSpPr>
        <p:spPr>
          <a:xfrm>
            <a:off x="361950" y="725487"/>
            <a:ext cx="11396663" cy="45719"/>
          </a:xfrm>
        </p:spPr>
        <p:txBody>
          <a:bodyPr vert="horz" wrap="square" lIns="91440" tIns="45720" rIns="91440" bIns="91440" numCol="1" anchor="b" anchorCtr="0" compatLnSpc="1">
            <a:normAutofit fontScale="90000"/>
          </a:bodyPr>
          <a:lstStyle/>
          <a:p>
            <a:pPr marL="0" marR="0" lvl="0" indent="0" algn="ctr" defTabSz="914400" rtl="0" eaLnBrk="1" fontAlgn="auto" latinLnBrk="0" hangingPunct="1">
              <a:lnSpc>
                <a:spcPct val="100000"/>
              </a:lnSpc>
              <a:spcBef>
                <a:spcPct val="0"/>
              </a:spcBef>
              <a:spcAft>
                <a:spcPts val="0"/>
              </a:spcAft>
              <a:buClrTx/>
              <a:buSzTx/>
              <a:buFontTx/>
              <a:buNone/>
              <a:defRPr/>
            </a:pPr>
            <a:r>
              <a:rPr lang="en-US" dirty="0">
                <a:solidFill>
                  <a:schemeClr val="tx1"/>
                </a:solidFill>
                <a:latin typeface="Times New Roman" panose="02020603050405020304" pitchFamily="18" charset="0"/>
                <a:ea typeface="Microsoft Sans Serif" panose="020B0604020202020204" pitchFamily="34" charset="0"/>
                <a:cs typeface="Times New Roman" panose="02020603050405020304" pitchFamily="18" charset="0"/>
              </a:rPr>
              <a:t>D</a:t>
            </a:r>
            <a:r>
              <a:rPr lang="en-IN" dirty="0" err="1">
                <a:solidFill>
                  <a:schemeClr val="tx1"/>
                </a:solidFill>
                <a:latin typeface="Times New Roman" panose="02020603050405020304" pitchFamily="18" charset="0"/>
                <a:ea typeface="Microsoft Sans Serif" panose="020B0604020202020204" pitchFamily="34" charset="0"/>
                <a:cs typeface="Times New Roman" panose="02020603050405020304" pitchFamily="18" charset="0"/>
              </a:rPr>
              <a:t>ataset</a:t>
            </a:r>
            <a:r>
              <a:rPr lang="en-IN" dirty="0">
                <a:solidFill>
                  <a:schemeClr val="tx1"/>
                </a:solidFill>
                <a:latin typeface="Times New Roman" panose="02020603050405020304" pitchFamily="18" charset="0"/>
                <a:ea typeface="Microsoft Sans Serif" panose="020B0604020202020204" pitchFamily="34" charset="0"/>
                <a:cs typeface="Times New Roman" panose="02020603050405020304" pitchFamily="18" charset="0"/>
              </a:rPr>
              <a:t>  Overview</a:t>
            </a:r>
            <a:endParaRPr kumimoji="0" lang="en-IN" sz="4000" b="0" i="0" u="none" strike="noStrike" kern="1200" cap="none" spc="0" normalizeH="0" baseline="0" noProof="0" dirty="0">
              <a:ln>
                <a:noFill/>
              </a:ln>
              <a:solidFill>
                <a:schemeClr val="tx1"/>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endParaRPr>
          </a:p>
        </p:txBody>
      </p:sp>
      <p:sp>
        <p:nvSpPr>
          <p:cNvPr id="18438" name="Footer Placeholder 11"/>
          <p:cNvSpPr txBox="1"/>
          <p:nvPr/>
        </p:nvSpPr>
        <p:spPr>
          <a:xfrm>
            <a:off x="966788" y="6400800"/>
            <a:ext cx="5283200" cy="457200"/>
          </a:xfrm>
          <a:prstGeom prst="rect">
            <a:avLst/>
          </a:prstGeom>
          <a:noFill/>
          <a:ln w="9525">
            <a:noFill/>
          </a:ln>
        </p:spPr>
        <p:txBody>
          <a:bodyPr anchor="ctr" anchorCtr="0"/>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8005"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B1B8D2"/>
              </a:buClr>
              <a:buSzPct val="85000"/>
              <a:buFont typeface="Wingdings 2" panose="05020102010507070707" pitchFamily="18" charset="2"/>
              <a:buChar char=""/>
              <a:defRPr sz="2000" kern="1200">
                <a:solidFill>
                  <a:schemeClr val="tx1"/>
                </a:solidFill>
                <a:latin typeface="+mn-lt"/>
                <a:ea typeface="+mn-ea"/>
                <a:cs typeface="+mn-cs"/>
              </a:defRPr>
            </a:lvl3pPr>
            <a:lvl4pPr marL="1097280" indent="-228600" algn="l" rtl="0" eaLnBrk="0" fontAlgn="base" hangingPunct="0">
              <a:spcBef>
                <a:spcPts val="375"/>
              </a:spcBef>
              <a:spcAft>
                <a:spcPct val="0"/>
              </a:spcAft>
              <a:buClr>
                <a:srgbClr val="297FD5"/>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297FD5"/>
              </a:buClr>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en-US" altLang="en-US" sz="1400" dirty="0">
              <a:solidFill>
                <a:schemeClr val="tx2"/>
              </a:solidFill>
            </a:endParaRPr>
          </a:p>
        </p:txBody>
      </p:sp>
      <p:pic>
        <p:nvPicPr>
          <p:cNvPr id="5" name="Picture 4" descr="The image depicts a stylized, colorful, curly wave pattern with a prominent red dot connected to it, likely symbolizing connectivity or a link.&#10;&#10;AI-generated content may be incorrect.">
            <a:extLst>
              <a:ext uri="{FF2B5EF4-FFF2-40B4-BE49-F238E27FC236}">
                <a16:creationId xmlns:a16="http://schemas.microsoft.com/office/drawing/2014/main" id="{439C8682-D283-0B22-028D-E1ED62073A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80600" y="184784"/>
            <a:ext cx="1950720" cy="1539241"/>
          </a:xfrm>
          <a:prstGeom prst="rect">
            <a:avLst/>
          </a:prstGeom>
        </p:spPr>
      </p:pic>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txBox="1">
            <a:spLocks noGrp="1"/>
          </p:cNvSpPr>
          <p:nvPr>
            <p:ph type="dt" sz="half" idx="10"/>
          </p:nvPr>
        </p:nvSpPr>
        <p:spPr>
          <a:noFill/>
        </p:spPr>
        <p:txBody>
          <a:bodyPr anchor="ctr" anchorCtr="0"/>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400" b="0" i="0" u="none" strike="noStrike" kern="1200" cap="none" spc="0" normalizeH="0" baseline="0" noProof="0" dirty="0">
                <a:ln>
                  <a:noFill/>
                </a:ln>
                <a:solidFill>
                  <a:schemeClr val="tx2"/>
                </a:solidFill>
                <a:effectLst/>
                <a:uLnTx/>
                <a:uFillTx/>
                <a:latin typeface="+mn-lt"/>
                <a:ea typeface="+mn-ea"/>
                <a:cs typeface="+mn-cs"/>
              </a:rPr>
              <a:t>Date:09-06-2026</a:t>
            </a:r>
          </a:p>
        </p:txBody>
      </p:sp>
      <p:sp>
        <p:nvSpPr>
          <p:cNvPr id="4" name="Slide Number Placeholder 3"/>
          <p:cNvSpPr txBox="1">
            <a:spLocks noGrp="1"/>
          </p:cNvSpPr>
          <p:nvPr>
            <p:ph type="sldNum" sz="quarter" idx="12"/>
          </p:nvPr>
        </p:nvSpPr>
        <p:spPr>
          <a:ln/>
        </p:spPr>
        <p:txBody>
          <a:bodyPr vert="horz" wrap="none" lIns="0" tIns="0" rIns="0" bIns="0" numCol="1" anchor="ctr" anchorCtr="1" compatLnSpc="1">
            <a:no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Palatino Linotype" panose="02040502050505030304" pitchFamily="18"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5pPr>
          </a:lstStyle>
          <a:p>
            <a:pPr lvl="0" algn="ctr" eaLnBrk="1" hangingPunct="1">
              <a:buNone/>
            </a:pPr>
            <a:fld id="{9A0DB2DC-4C9A-4742-B13C-FB6460FD3503}" type="slidenum">
              <a:rPr lang="en-US" altLang="en-US" sz="1400" dirty="0">
                <a:solidFill>
                  <a:schemeClr val="bg1"/>
                </a:solidFill>
                <a:latin typeface="Century Gothic" panose="020B0502020202020204" pitchFamily="34" charset="0"/>
              </a:rPr>
              <a:t>6</a:t>
            </a:fld>
            <a:endParaRPr lang="en-US" altLang="en-US" sz="1400" dirty="0">
              <a:solidFill>
                <a:schemeClr val="bg1"/>
              </a:solidFill>
              <a:latin typeface="Century Gothic" panose="020B0502020202020204" pitchFamily="34" charset="0"/>
            </a:endParaRPr>
          </a:p>
        </p:txBody>
      </p:sp>
      <p:sp>
        <p:nvSpPr>
          <p:cNvPr id="5" name="Title 1"/>
          <p:cNvSpPr txBox="1"/>
          <p:nvPr/>
        </p:nvSpPr>
        <p:spPr>
          <a:xfrm>
            <a:off x="361950" y="360363"/>
            <a:ext cx="11396663" cy="1066800"/>
          </a:xfrm>
          <a:prstGeom prst="rect">
            <a:avLst/>
          </a:prstGeom>
        </p:spPr>
        <p:txBody>
          <a:bodyPr>
            <a:normAutofit/>
          </a:bodyPr>
          <a:lstStyle>
            <a:lvl1pPr algn="l" rtl="0" eaLnBrk="0" fontAlgn="base" hangingPunct="0">
              <a:spcBef>
                <a:spcPct val="0"/>
              </a:spcBef>
              <a:spcAft>
                <a:spcPct val="0"/>
              </a:spcAft>
              <a:defRPr sz="4000" kern="12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Century Gothic" panose="020B0502020202020204" pitchFamily="34" charset="0"/>
              </a:defRPr>
            </a:lvl2pPr>
            <a:lvl3pPr algn="l" rtl="0" eaLnBrk="0" fontAlgn="base" hangingPunct="0">
              <a:spcBef>
                <a:spcPct val="0"/>
              </a:spcBef>
              <a:spcAft>
                <a:spcPct val="0"/>
              </a:spcAft>
              <a:defRPr sz="4000">
                <a:solidFill>
                  <a:schemeClr val="tx2"/>
                </a:solidFill>
                <a:latin typeface="Century Gothic" panose="020B0502020202020204" pitchFamily="34" charset="0"/>
              </a:defRPr>
            </a:lvl3pPr>
            <a:lvl4pPr algn="l" rtl="0" eaLnBrk="0" fontAlgn="base" hangingPunct="0">
              <a:spcBef>
                <a:spcPct val="0"/>
              </a:spcBef>
              <a:spcAft>
                <a:spcPct val="0"/>
              </a:spcAft>
              <a:defRPr sz="4000">
                <a:solidFill>
                  <a:schemeClr val="tx2"/>
                </a:solidFill>
                <a:latin typeface="Century Gothic" panose="020B0502020202020204" pitchFamily="34" charset="0"/>
              </a:defRPr>
            </a:lvl4pPr>
            <a:lvl5pPr algn="l" rtl="0" eaLnBrk="0" fontAlgn="base" hangingPunct="0">
              <a:spcBef>
                <a:spcPct val="0"/>
              </a:spcBef>
              <a:spcAft>
                <a:spcPct val="0"/>
              </a:spcAft>
              <a:defRPr sz="4000">
                <a:solidFill>
                  <a:schemeClr val="tx2"/>
                </a:solidFill>
                <a:latin typeface="Century Gothic" panose="020B0502020202020204" pitchFamily="34" charset="0"/>
              </a:defRPr>
            </a:lvl5pPr>
            <a:lvl6pPr marL="457200" algn="l" rtl="0" fontAlgn="base">
              <a:spcBef>
                <a:spcPct val="0"/>
              </a:spcBef>
              <a:spcAft>
                <a:spcPct val="0"/>
              </a:spcAft>
              <a:defRPr sz="4000">
                <a:solidFill>
                  <a:schemeClr val="tx2"/>
                </a:solidFill>
                <a:latin typeface="Century Gothic" panose="020B0502020202020204" pitchFamily="34" charset="0"/>
              </a:defRPr>
            </a:lvl6pPr>
            <a:lvl7pPr marL="914400" algn="l" rtl="0" fontAlgn="base">
              <a:spcBef>
                <a:spcPct val="0"/>
              </a:spcBef>
              <a:spcAft>
                <a:spcPct val="0"/>
              </a:spcAft>
              <a:defRPr sz="4000">
                <a:solidFill>
                  <a:schemeClr val="tx2"/>
                </a:solidFill>
                <a:latin typeface="Century Gothic" panose="020B0502020202020204" pitchFamily="34" charset="0"/>
              </a:defRPr>
            </a:lvl7pPr>
            <a:lvl8pPr marL="1371600" algn="l" rtl="0" fontAlgn="base">
              <a:spcBef>
                <a:spcPct val="0"/>
              </a:spcBef>
              <a:spcAft>
                <a:spcPct val="0"/>
              </a:spcAft>
              <a:defRPr sz="4000">
                <a:solidFill>
                  <a:schemeClr val="tx2"/>
                </a:solidFill>
                <a:latin typeface="Century Gothic" panose="020B0502020202020204" pitchFamily="34" charset="0"/>
              </a:defRPr>
            </a:lvl8pPr>
            <a:lvl9pPr marL="1828800" algn="l" rtl="0" fontAlgn="base">
              <a:spcBef>
                <a:spcPct val="0"/>
              </a:spcBef>
              <a:spcAft>
                <a:spcPct val="0"/>
              </a:spcAft>
              <a:defRPr sz="4000">
                <a:solidFill>
                  <a:schemeClr val="tx2"/>
                </a:solidFill>
                <a:latin typeface="Century Gothic" panose="020B0502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defRPr/>
            </a:pPr>
            <a: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t>E</a:t>
            </a:r>
            <a:r>
              <a:rPr lang="en-IN"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t>DA  Highlights</a:t>
            </a:r>
            <a:endParaRPr kumimoji="0" lang="en-IN"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endParaRPr>
          </a:p>
        </p:txBody>
      </p:sp>
      <p:sp>
        <p:nvSpPr>
          <p:cNvPr id="8" name="Content Placeholder 2"/>
          <p:cNvSpPr txBox="1"/>
          <p:nvPr/>
        </p:nvSpPr>
        <p:spPr>
          <a:xfrm>
            <a:off x="901700" y="1127760"/>
            <a:ext cx="10447020" cy="4958079"/>
          </a:xfrm>
          <a:prstGeom prst="rect">
            <a:avLst/>
          </a:prstGeom>
        </p:spPr>
        <p:txBody>
          <a:bodyPr>
            <a:normAutofit/>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8005"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B1B8D2"/>
              </a:buClr>
              <a:buSzPct val="85000"/>
              <a:buFont typeface="Wingdings 2" panose="05020102010507070707" pitchFamily="18" charset="2"/>
              <a:buChar char=""/>
              <a:defRPr sz="2000" kern="1200">
                <a:solidFill>
                  <a:schemeClr val="tx1"/>
                </a:solidFill>
                <a:latin typeface="+mn-lt"/>
                <a:ea typeface="+mn-ea"/>
                <a:cs typeface="+mn-cs"/>
              </a:defRPr>
            </a:lvl3pPr>
            <a:lvl4pPr marL="1097280" indent="-228600" algn="l" rtl="0" eaLnBrk="0" fontAlgn="base" hangingPunct="0">
              <a:spcBef>
                <a:spcPts val="375"/>
              </a:spcBef>
              <a:spcAft>
                <a:spcPct val="0"/>
              </a:spcAft>
              <a:buClr>
                <a:srgbClr val="297FD5"/>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297FD5"/>
              </a:buClr>
              <a:buFont typeface="Arial" panose="020B0604020202020204" pitchFamily="34" charset="0"/>
              <a:buChar char="•"/>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0" lvl="0" indent="0" eaLnBrk="1" fontAlgn="auto" hangingPunct="1">
              <a:spcBef>
                <a:spcPts val="580"/>
              </a:spcBef>
              <a:spcAft>
                <a:spcPts val="0"/>
              </a:spcAft>
              <a:buNone/>
              <a:defRPr/>
            </a:pPr>
            <a:r>
              <a:rPr lang="en-US" sz="1800" b="1" dirty="0">
                <a:latin typeface="Times New Roman" panose="02020603050405020304" pitchFamily="18" charset="0"/>
                <a:cs typeface="Times New Roman" panose="02020603050405020304" pitchFamily="18" charset="0"/>
              </a:rPr>
              <a:t>Key Findings:</a:t>
            </a:r>
          </a:p>
          <a:p>
            <a:pPr marL="0" lvl="0" indent="0" eaLnBrk="1" fontAlgn="auto" hangingPunct="1">
              <a:spcBef>
                <a:spcPts val="580"/>
              </a:spcBef>
              <a:spcAft>
                <a:spcPts val="0"/>
              </a:spcAft>
              <a:buNone/>
              <a:defRPr/>
            </a:pPr>
            <a:endParaRPr lang="en-US" sz="1800" dirty="0">
              <a:latin typeface="Times New Roman" panose="02020603050405020304" pitchFamily="18" charset="0"/>
              <a:cs typeface="Times New Roman" panose="02020603050405020304" pitchFamily="18" charset="0"/>
            </a:endParaRPr>
          </a:p>
          <a:p>
            <a:pPr lvl="0" eaLnBrk="1" fontAlgn="auto" hangingPunct="1">
              <a:spcBef>
                <a:spcPts val="580"/>
              </a:spcBef>
              <a:spcAft>
                <a:spcPts val="0"/>
              </a:spcAft>
              <a:buFont typeface="Wingdings" panose="05000000000000000000" pitchFamily="2" charset="2"/>
              <a:buChar char="§"/>
              <a:defRPr/>
            </a:pPr>
            <a:r>
              <a:rPr lang="en-US" sz="1600" dirty="0">
                <a:latin typeface="Times New Roman" panose="02020603050405020304" pitchFamily="18" charset="0"/>
                <a:cs typeface="Times New Roman" panose="02020603050405020304" pitchFamily="18" charset="0"/>
              </a:rPr>
              <a:t>Equity funds generated higher returns</a:t>
            </a:r>
          </a:p>
          <a:p>
            <a:pPr lvl="0" eaLnBrk="1" fontAlgn="auto" hangingPunct="1">
              <a:spcBef>
                <a:spcPts val="580"/>
              </a:spcBef>
              <a:spcAft>
                <a:spcPts val="0"/>
              </a:spcAft>
              <a:buFont typeface="Wingdings" panose="05000000000000000000" pitchFamily="2" charset="2"/>
              <a:buChar char="§"/>
              <a:defRPr/>
            </a:pPr>
            <a:r>
              <a:rPr lang="en-US" sz="1600" dirty="0">
                <a:latin typeface="Times New Roman" panose="02020603050405020304" pitchFamily="18" charset="0"/>
                <a:cs typeface="Times New Roman" panose="02020603050405020304" pitchFamily="18" charset="0"/>
              </a:rPr>
              <a:t>Debt funds showed lower risk</a:t>
            </a:r>
          </a:p>
          <a:p>
            <a:pPr lvl="0" eaLnBrk="1" fontAlgn="auto" hangingPunct="1">
              <a:spcBef>
                <a:spcPts val="580"/>
              </a:spcBef>
              <a:spcAft>
                <a:spcPts val="0"/>
              </a:spcAft>
              <a:buFont typeface="Wingdings" panose="05000000000000000000" pitchFamily="2" charset="2"/>
              <a:buChar char="§"/>
              <a:defRPr/>
            </a:pPr>
            <a:r>
              <a:rPr lang="en-US" sz="1600" dirty="0">
                <a:latin typeface="Times New Roman" panose="02020603050405020304" pitchFamily="18" charset="0"/>
                <a:cs typeface="Times New Roman" panose="02020603050405020304" pitchFamily="18" charset="0"/>
              </a:rPr>
              <a:t>Hybrid funds balanced risk and return</a:t>
            </a:r>
          </a:p>
          <a:p>
            <a:pPr lvl="0" eaLnBrk="1" fontAlgn="auto" hangingPunct="1">
              <a:spcBef>
                <a:spcPts val="580"/>
              </a:spcBef>
              <a:spcAft>
                <a:spcPts val="0"/>
              </a:spcAft>
              <a:buFont typeface="Wingdings" panose="05000000000000000000" pitchFamily="2" charset="2"/>
              <a:buChar char="§"/>
              <a:defRPr/>
            </a:pPr>
            <a:r>
              <a:rPr lang="en-US" sz="1600" dirty="0">
                <a:latin typeface="Times New Roman" panose="02020603050405020304" pitchFamily="18" charset="0"/>
                <a:cs typeface="Times New Roman" panose="02020603050405020304" pitchFamily="18" charset="0"/>
              </a:rPr>
              <a:t>Fund categories performed differently</a:t>
            </a:r>
          </a:p>
          <a:p>
            <a:pPr lvl="0" eaLnBrk="1" fontAlgn="auto" hangingPunct="1">
              <a:spcBef>
                <a:spcPts val="580"/>
              </a:spcBef>
              <a:spcAft>
                <a:spcPts val="0"/>
              </a:spcAft>
              <a:buFont typeface="Wingdings" panose="05000000000000000000" pitchFamily="2" charset="2"/>
              <a:buChar char="§"/>
              <a:defRPr/>
            </a:pPr>
            <a:endParaRPr kumimoji="0" lang="en-US" sz="16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lvl="0" indent="0" eaLnBrk="1" fontAlgn="auto" hangingPunct="1">
              <a:spcBef>
                <a:spcPts val="580"/>
              </a:spcBef>
              <a:spcAft>
                <a:spcPts val="0"/>
              </a:spcAft>
              <a:buNone/>
              <a:defRPr/>
            </a:pPr>
            <a:endParaRPr kumimoji="0" lang="en-IN" sz="16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pic>
        <p:nvPicPr>
          <p:cNvPr id="7" name="Picture 6" descr="The diagram illustrates that 81.4% of the folio distribution is allocated to equity, 11.6% to others, and 7.0% to hybrid.&#10;&#10;AI-generated content may be incorrect.">
            <a:extLst>
              <a:ext uri="{FF2B5EF4-FFF2-40B4-BE49-F238E27FC236}">
                <a16:creationId xmlns:a16="http://schemas.microsoft.com/office/drawing/2014/main" id="{FDBD9384-E003-C5EA-C673-C13C7623F40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35946" y="3230880"/>
            <a:ext cx="4683761" cy="3507740"/>
          </a:xfrm>
          <a:prstGeom prst="rect">
            <a:avLst/>
          </a:prstGeom>
        </p:spPr>
      </p:pic>
      <p:pic>
        <p:nvPicPr>
          <p:cNvPr id="10" name="Picture 9" descr="The image depicts a stylized, colorful, curly wave pattern with a prominent red dot connected to it, likely symbolizing connectivity or a link.&#10;&#10;AI-generated content may be incorrect.">
            <a:extLst>
              <a:ext uri="{FF2B5EF4-FFF2-40B4-BE49-F238E27FC236}">
                <a16:creationId xmlns:a16="http://schemas.microsoft.com/office/drawing/2014/main" id="{8B13DAAC-5969-0612-50C3-248930B7484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7890" y="115888"/>
            <a:ext cx="2042160" cy="1555750"/>
          </a:xfrm>
          <a:prstGeom prst="rect">
            <a:avLst/>
          </a:prstGeom>
        </p:spPr>
      </p:pic>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txBox="1">
            <a:spLocks noGrp="1"/>
          </p:cNvSpPr>
          <p:nvPr>
            <p:ph type="dt" sz="half" idx="10"/>
          </p:nvPr>
        </p:nvSpPr>
        <p:spPr>
          <a:noFill/>
        </p:spPr>
        <p:txBody>
          <a:bodyPr anchor="ctr" anchorCtr="0"/>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400" b="0" i="0" u="none" strike="noStrike" kern="1200" cap="none" spc="0" normalizeH="0" baseline="0" noProof="0" dirty="0">
                <a:ln>
                  <a:noFill/>
                </a:ln>
                <a:solidFill>
                  <a:schemeClr val="tx2"/>
                </a:solidFill>
                <a:effectLst/>
                <a:uLnTx/>
                <a:uFillTx/>
                <a:latin typeface="+mn-lt"/>
                <a:ea typeface="+mn-ea"/>
                <a:cs typeface="+mn-cs"/>
              </a:rPr>
              <a:t>Date:09-06-2026</a:t>
            </a:r>
          </a:p>
        </p:txBody>
      </p:sp>
      <p:sp>
        <p:nvSpPr>
          <p:cNvPr id="4" name="Slide Number Placeholder 3"/>
          <p:cNvSpPr txBox="1">
            <a:spLocks noGrp="1"/>
          </p:cNvSpPr>
          <p:nvPr>
            <p:ph type="sldNum" sz="quarter" idx="12"/>
          </p:nvPr>
        </p:nvSpPr>
        <p:spPr>
          <a:ln/>
        </p:spPr>
        <p:txBody>
          <a:bodyPr vert="horz" wrap="none" lIns="0" tIns="0" rIns="0" bIns="0" numCol="1" anchor="ctr" anchorCtr="1" compatLnSpc="1">
            <a:no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Palatino Linotype" panose="02040502050505030304" pitchFamily="18"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5pPr>
          </a:lstStyle>
          <a:p>
            <a:pPr lvl="0" algn="ctr" eaLnBrk="1" hangingPunct="1">
              <a:buNone/>
            </a:pPr>
            <a:fld id="{9A0DB2DC-4C9A-4742-B13C-FB6460FD3503}" type="slidenum">
              <a:rPr lang="en-US" altLang="en-US" sz="1400" dirty="0">
                <a:solidFill>
                  <a:schemeClr val="bg1"/>
                </a:solidFill>
                <a:latin typeface="Century Gothic" panose="020B0502020202020204" pitchFamily="34" charset="0"/>
              </a:rPr>
              <a:t>7</a:t>
            </a:fld>
            <a:endParaRPr lang="en-US" altLang="en-US" sz="1400" dirty="0">
              <a:solidFill>
                <a:schemeClr val="bg1"/>
              </a:solidFill>
              <a:latin typeface="Century Gothic" panose="020B0502020202020204" pitchFamily="34" charset="0"/>
            </a:endParaRPr>
          </a:p>
        </p:txBody>
      </p:sp>
      <p:sp>
        <p:nvSpPr>
          <p:cNvPr id="5" name="Title 1"/>
          <p:cNvSpPr txBox="1"/>
          <p:nvPr/>
        </p:nvSpPr>
        <p:spPr>
          <a:xfrm>
            <a:off x="361950" y="360363"/>
            <a:ext cx="11396663" cy="1066800"/>
          </a:xfrm>
          <a:prstGeom prst="rect">
            <a:avLst/>
          </a:prstGeom>
        </p:spPr>
        <p:txBody>
          <a:bodyPr>
            <a:normAutofit fontScale="92500" lnSpcReduction="20000"/>
          </a:bodyPr>
          <a:lstStyle>
            <a:lvl1pPr algn="l" rtl="0" eaLnBrk="0" fontAlgn="base" hangingPunct="0">
              <a:spcBef>
                <a:spcPct val="0"/>
              </a:spcBef>
              <a:spcAft>
                <a:spcPct val="0"/>
              </a:spcAft>
              <a:defRPr sz="4000" kern="12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Century Gothic" panose="020B0502020202020204" pitchFamily="34" charset="0"/>
              </a:defRPr>
            </a:lvl2pPr>
            <a:lvl3pPr algn="l" rtl="0" eaLnBrk="0" fontAlgn="base" hangingPunct="0">
              <a:spcBef>
                <a:spcPct val="0"/>
              </a:spcBef>
              <a:spcAft>
                <a:spcPct val="0"/>
              </a:spcAft>
              <a:defRPr sz="4000">
                <a:solidFill>
                  <a:schemeClr val="tx2"/>
                </a:solidFill>
                <a:latin typeface="Century Gothic" panose="020B0502020202020204" pitchFamily="34" charset="0"/>
              </a:defRPr>
            </a:lvl3pPr>
            <a:lvl4pPr algn="l" rtl="0" eaLnBrk="0" fontAlgn="base" hangingPunct="0">
              <a:spcBef>
                <a:spcPct val="0"/>
              </a:spcBef>
              <a:spcAft>
                <a:spcPct val="0"/>
              </a:spcAft>
              <a:defRPr sz="4000">
                <a:solidFill>
                  <a:schemeClr val="tx2"/>
                </a:solidFill>
                <a:latin typeface="Century Gothic" panose="020B0502020202020204" pitchFamily="34" charset="0"/>
              </a:defRPr>
            </a:lvl4pPr>
            <a:lvl5pPr algn="l" rtl="0" eaLnBrk="0" fontAlgn="base" hangingPunct="0">
              <a:spcBef>
                <a:spcPct val="0"/>
              </a:spcBef>
              <a:spcAft>
                <a:spcPct val="0"/>
              </a:spcAft>
              <a:defRPr sz="4000">
                <a:solidFill>
                  <a:schemeClr val="tx2"/>
                </a:solidFill>
                <a:latin typeface="Century Gothic" panose="020B0502020202020204" pitchFamily="34" charset="0"/>
              </a:defRPr>
            </a:lvl5pPr>
            <a:lvl6pPr marL="457200" algn="l" rtl="0" fontAlgn="base">
              <a:spcBef>
                <a:spcPct val="0"/>
              </a:spcBef>
              <a:spcAft>
                <a:spcPct val="0"/>
              </a:spcAft>
              <a:defRPr sz="4000">
                <a:solidFill>
                  <a:schemeClr val="tx2"/>
                </a:solidFill>
                <a:latin typeface="Century Gothic" panose="020B0502020202020204" pitchFamily="34" charset="0"/>
              </a:defRPr>
            </a:lvl6pPr>
            <a:lvl7pPr marL="914400" algn="l" rtl="0" fontAlgn="base">
              <a:spcBef>
                <a:spcPct val="0"/>
              </a:spcBef>
              <a:spcAft>
                <a:spcPct val="0"/>
              </a:spcAft>
              <a:defRPr sz="4000">
                <a:solidFill>
                  <a:schemeClr val="tx2"/>
                </a:solidFill>
                <a:latin typeface="Century Gothic" panose="020B0502020202020204" pitchFamily="34" charset="0"/>
              </a:defRPr>
            </a:lvl7pPr>
            <a:lvl8pPr marL="1371600" algn="l" rtl="0" fontAlgn="base">
              <a:spcBef>
                <a:spcPct val="0"/>
              </a:spcBef>
              <a:spcAft>
                <a:spcPct val="0"/>
              </a:spcAft>
              <a:defRPr sz="4000">
                <a:solidFill>
                  <a:schemeClr val="tx2"/>
                </a:solidFill>
                <a:latin typeface="Century Gothic" panose="020B0502020202020204" pitchFamily="34" charset="0"/>
              </a:defRPr>
            </a:lvl8pPr>
            <a:lvl9pPr marL="1828800" algn="l" rtl="0" fontAlgn="base">
              <a:spcBef>
                <a:spcPct val="0"/>
              </a:spcBef>
              <a:spcAft>
                <a:spcPct val="0"/>
              </a:spcAft>
              <a:defRPr sz="4000">
                <a:solidFill>
                  <a:schemeClr val="tx2"/>
                </a:solidFill>
                <a:latin typeface="Century Gothic" panose="020B0502020202020204" pitchFamily="34" charset="0"/>
              </a:defRPr>
            </a:lvl9pPr>
          </a:lstStyle>
          <a:p>
            <a:pPr algn="ctr" eaLnBrk="1" fontAlgn="auto" hangingPunct="1">
              <a:spcAft>
                <a:spcPts val="0"/>
              </a:spcAft>
              <a:defRPr/>
            </a:pPr>
            <a:r>
              <a:rPr lang="en-US" dirty="0">
                <a:solidFill>
                  <a:schemeClr val="tx1"/>
                </a:solidFill>
                <a:latin typeface="Times New Roman" panose="02020603050405020304" pitchFamily="18" charset="0"/>
                <a:ea typeface="Microsoft Sans Serif" panose="020B0604020202020204" pitchFamily="34" charset="0"/>
                <a:cs typeface="Times New Roman" panose="02020603050405020304" pitchFamily="18" charset="0"/>
              </a:rPr>
              <a:t>P</a:t>
            </a:r>
            <a:r>
              <a:rPr lang="en-IN" dirty="0" err="1">
                <a:solidFill>
                  <a:schemeClr val="tx1"/>
                </a:solidFill>
                <a:latin typeface="Times New Roman" panose="02020603050405020304" pitchFamily="18" charset="0"/>
                <a:ea typeface="Microsoft Sans Serif" panose="020B0604020202020204" pitchFamily="34" charset="0"/>
                <a:cs typeface="Times New Roman" panose="02020603050405020304" pitchFamily="18" charset="0"/>
              </a:rPr>
              <a:t>erformance</a:t>
            </a:r>
            <a:r>
              <a:rPr lang="en-IN" dirty="0">
                <a:solidFill>
                  <a:schemeClr val="tx1"/>
                </a:solidFill>
                <a:latin typeface="Times New Roman" panose="02020603050405020304" pitchFamily="18" charset="0"/>
                <a:ea typeface="Microsoft Sans Serif" panose="020B0604020202020204" pitchFamily="34" charset="0"/>
                <a:cs typeface="Times New Roman" panose="02020603050405020304" pitchFamily="18" charset="0"/>
              </a:rPr>
              <a:t> Analysis</a:t>
            </a:r>
            <a:endParaRPr lang="en-IN" sz="7200" dirty="0">
              <a:solidFill>
                <a:schemeClr val="tx1"/>
              </a:solidFill>
              <a:latin typeface="Times New Roman" panose="02020603050405020304" pitchFamily="18" charset="0"/>
              <a:ea typeface="Microsoft Sans Serif" panose="020B0604020202020204" pitchFamily="34" charset="0"/>
              <a:cs typeface="Times New Roman" panose="02020603050405020304" pitchFamily="18" charset="0"/>
            </a:endParaRPr>
          </a:p>
          <a:p>
            <a:pPr marL="0" marR="0" lvl="0" indent="0" algn="ctr" defTabSz="914400" rtl="0" eaLnBrk="1" fontAlgn="auto" latinLnBrk="0" hangingPunct="1">
              <a:lnSpc>
                <a:spcPct val="100000"/>
              </a:lnSpc>
              <a:spcBef>
                <a:spcPct val="0"/>
              </a:spcBef>
              <a:spcAft>
                <a:spcPts val="0"/>
              </a:spcAft>
              <a:buClrTx/>
              <a:buSzTx/>
              <a:buFontTx/>
              <a:buNone/>
              <a:defRPr/>
            </a:pPr>
            <a:r>
              <a:rPr kumimoji="0" lang="en-IN"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t> </a:t>
            </a:r>
          </a:p>
        </p:txBody>
      </p:sp>
      <p:pic>
        <p:nvPicPr>
          <p:cNvPr id="7" name="Picture 6" descr="The image depicts a histogram or density plot of rolling Sharpe ratios, illustrating the distribution of returns across different time intervals.&#10;&#10;AI-generated content may be incorrect.">
            <a:extLst>
              <a:ext uri="{FF2B5EF4-FFF2-40B4-BE49-F238E27FC236}">
                <a16:creationId xmlns:a16="http://schemas.microsoft.com/office/drawing/2014/main" id="{65F1389A-500D-886D-A22F-DC35EF9E57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86560" y="3802064"/>
            <a:ext cx="7172960" cy="2636836"/>
          </a:xfrm>
          <a:prstGeom prst="rect">
            <a:avLst/>
          </a:prstGeom>
        </p:spPr>
      </p:pic>
      <p:sp>
        <p:nvSpPr>
          <p:cNvPr id="8" name="TextBox 7">
            <a:extLst>
              <a:ext uri="{FF2B5EF4-FFF2-40B4-BE49-F238E27FC236}">
                <a16:creationId xmlns:a16="http://schemas.microsoft.com/office/drawing/2014/main" id="{7ECCD8AB-E700-B723-0F43-849701BF444A}"/>
              </a:ext>
            </a:extLst>
          </p:cNvPr>
          <p:cNvSpPr txBox="1"/>
          <p:nvPr/>
        </p:nvSpPr>
        <p:spPr>
          <a:xfrm>
            <a:off x="1158240" y="905109"/>
            <a:ext cx="6664960" cy="2862322"/>
          </a:xfrm>
          <a:prstGeom prst="rect">
            <a:avLst/>
          </a:prstGeom>
          <a:noFill/>
          <a:ln>
            <a:noFill/>
          </a:ln>
        </p:spPr>
        <p:txBody>
          <a:bodyPr wrap="square" rtlCol="0" anchor="ctr" anchorCtr="1">
            <a:spAutoFit/>
          </a:bodyPr>
          <a:lstStyle/>
          <a:p>
            <a:r>
              <a:rPr lang="en-US" b="1" dirty="0">
                <a:latin typeface="Times New Roman" panose="02020603050405020304" pitchFamily="18" charset="0"/>
                <a:cs typeface="Times New Roman" panose="02020603050405020304" pitchFamily="18" charset="0"/>
              </a:rPr>
              <a:t>Metrics Used:</a:t>
            </a:r>
          </a:p>
          <a:p>
            <a:endParaRPr lang="en-US"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CAGR</a:t>
            </a:r>
          </a:p>
          <a:p>
            <a:pPr marL="285750" indent="-285750">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Sharpe Ratio</a:t>
            </a:r>
          </a:p>
          <a:p>
            <a:pPr marL="285750" indent="-285750">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Rolling Sharpe Ratio</a:t>
            </a:r>
          </a:p>
          <a:p>
            <a:pPr marL="285750" indent="-285750">
              <a:buFont typeface="Wingdings" panose="05000000000000000000" pitchFamily="2" charset="2"/>
              <a:buChar char="§"/>
            </a:pP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Findings:</a:t>
            </a:r>
          </a:p>
          <a:p>
            <a:endParaRPr lang="en-US"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r>
              <a:rPr lang="en-US" dirty="0"/>
              <a:t>Top-performing funds achieved higher risk-adjusted returns</a:t>
            </a:r>
          </a:p>
          <a:p>
            <a:pPr marL="285750" indent="-285750">
              <a:buFont typeface="Wingdings" panose="05000000000000000000" pitchFamily="2" charset="2"/>
              <a:buChar char="§"/>
            </a:pPr>
            <a:r>
              <a:rPr lang="en-US" dirty="0"/>
              <a:t>Consistent performers showed stable Sharpe Ratios</a:t>
            </a:r>
            <a:endParaRPr lang="en-IN" dirty="0"/>
          </a:p>
        </p:txBody>
      </p:sp>
      <p:pic>
        <p:nvPicPr>
          <p:cNvPr id="10" name="Picture 9" descr="The image depicts a stylized, colorful, curly wave pattern with a prominent red dot connected to it, likely symbolizing connectivity or a link.&#10;&#10;AI-generated content may be incorrect.">
            <a:extLst>
              <a:ext uri="{FF2B5EF4-FFF2-40B4-BE49-F238E27FC236}">
                <a16:creationId xmlns:a16="http://schemas.microsoft.com/office/drawing/2014/main" id="{3ADC780A-9ABE-270D-2BB8-5FA43902BF1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39973" y="91440"/>
            <a:ext cx="1818640" cy="1869439"/>
          </a:xfrm>
          <a:prstGeom prst="rect">
            <a:avLst/>
          </a:prstGeom>
        </p:spPr>
      </p:pic>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txBox="1">
            <a:spLocks noGrp="1"/>
          </p:cNvSpPr>
          <p:nvPr>
            <p:ph type="dt" sz="half" idx="10"/>
          </p:nvPr>
        </p:nvSpPr>
        <p:spPr>
          <a:noFill/>
        </p:spPr>
        <p:txBody>
          <a:bodyPr anchor="ctr" anchorCtr="0"/>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400" b="0" i="0" u="none" strike="noStrike" kern="1200" cap="none" spc="0" normalizeH="0" baseline="0" noProof="0" dirty="0">
                <a:ln>
                  <a:noFill/>
                </a:ln>
                <a:solidFill>
                  <a:schemeClr val="tx2"/>
                </a:solidFill>
                <a:effectLst/>
                <a:uLnTx/>
                <a:uFillTx/>
                <a:latin typeface="+mn-lt"/>
                <a:ea typeface="+mn-ea"/>
                <a:cs typeface="+mn-cs"/>
              </a:rPr>
              <a:t>Date:09-06-2026</a:t>
            </a:r>
          </a:p>
        </p:txBody>
      </p:sp>
      <p:sp>
        <p:nvSpPr>
          <p:cNvPr id="4" name="Slide Number Placeholder 3"/>
          <p:cNvSpPr txBox="1">
            <a:spLocks noGrp="1"/>
          </p:cNvSpPr>
          <p:nvPr>
            <p:ph type="sldNum" sz="quarter" idx="12"/>
          </p:nvPr>
        </p:nvSpPr>
        <p:spPr>
          <a:ln/>
        </p:spPr>
        <p:txBody>
          <a:bodyPr vert="horz" wrap="none" lIns="0" tIns="0" rIns="0" bIns="0" numCol="1" anchor="ctr" anchorCtr="1" compatLnSpc="1">
            <a:no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Palatino Linotype" panose="02040502050505030304" pitchFamily="18"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5pPr>
          </a:lstStyle>
          <a:p>
            <a:pPr lvl="0" algn="ctr" eaLnBrk="1" hangingPunct="1">
              <a:buNone/>
            </a:pPr>
            <a:fld id="{9A0DB2DC-4C9A-4742-B13C-FB6460FD3503}" type="slidenum">
              <a:rPr lang="en-US" altLang="en-US" sz="1400" dirty="0">
                <a:solidFill>
                  <a:schemeClr val="bg1"/>
                </a:solidFill>
                <a:latin typeface="Century Gothic" panose="020B0502020202020204" pitchFamily="34" charset="0"/>
              </a:rPr>
              <a:t>8</a:t>
            </a:fld>
            <a:endParaRPr lang="en-US" altLang="en-US" sz="1400" dirty="0">
              <a:solidFill>
                <a:schemeClr val="bg1"/>
              </a:solidFill>
              <a:latin typeface="Century Gothic" panose="020B0502020202020204" pitchFamily="34" charset="0"/>
            </a:endParaRPr>
          </a:p>
        </p:txBody>
      </p:sp>
      <p:sp>
        <p:nvSpPr>
          <p:cNvPr id="5" name="Title 1"/>
          <p:cNvSpPr txBox="1"/>
          <p:nvPr/>
        </p:nvSpPr>
        <p:spPr>
          <a:xfrm>
            <a:off x="361950" y="360363"/>
            <a:ext cx="11396663" cy="1066800"/>
          </a:xfrm>
          <a:prstGeom prst="rect">
            <a:avLst/>
          </a:prstGeom>
        </p:spPr>
        <p:txBody>
          <a:bodyPr>
            <a:normAutofit/>
          </a:bodyPr>
          <a:lstStyle>
            <a:lvl1pPr algn="l" rtl="0" eaLnBrk="0" fontAlgn="base" hangingPunct="0">
              <a:spcBef>
                <a:spcPct val="0"/>
              </a:spcBef>
              <a:spcAft>
                <a:spcPct val="0"/>
              </a:spcAft>
              <a:defRPr sz="4000" kern="12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Century Gothic" panose="020B0502020202020204" pitchFamily="34" charset="0"/>
              </a:defRPr>
            </a:lvl2pPr>
            <a:lvl3pPr algn="l" rtl="0" eaLnBrk="0" fontAlgn="base" hangingPunct="0">
              <a:spcBef>
                <a:spcPct val="0"/>
              </a:spcBef>
              <a:spcAft>
                <a:spcPct val="0"/>
              </a:spcAft>
              <a:defRPr sz="4000">
                <a:solidFill>
                  <a:schemeClr val="tx2"/>
                </a:solidFill>
                <a:latin typeface="Century Gothic" panose="020B0502020202020204" pitchFamily="34" charset="0"/>
              </a:defRPr>
            </a:lvl3pPr>
            <a:lvl4pPr algn="l" rtl="0" eaLnBrk="0" fontAlgn="base" hangingPunct="0">
              <a:spcBef>
                <a:spcPct val="0"/>
              </a:spcBef>
              <a:spcAft>
                <a:spcPct val="0"/>
              </a:spcAft>
              <a:defRPr sz="4000">
                <a:solidFill>
                  <a:schemeClr val="tx2"/>
                </a:solidFill>
                <a:latin typeface="Century Gothic" panose="020B0502020202020204" pitchFamily="34" charset="0"/>
              </a:defRPr>
            </a:lvl4pPr>
            <a:lvl5pPr algn="l" rtl="0" eaLnBrk="0" fontAlgn="base" hangingPunct="0">
              <a:spcBef>
                <a:spcPct val="0"/>
              </a:spcBef>
              <a:spcAft>
                <a:spcPct val="0"/>
              </a:spcAft>
              <a:defRPr sz="4000">
                <a:solidFill>
                  <a:schemeClr val="tx2"/>
                </a:solidFill>
                <a:latin typeface="Century Gothic" panose="020B0502020202020204" pitchFamily="34" charset="0"/>
              </a:defRPr>
            </a:lvl5pPr>
            <a:lvl6pPr marL="457200" algn="l" rtl="0" fontAlgn="base">
              <a:spcBef>
                <a:spcPct val="0"/>
              </a:spcBef>
              <a:spcAft>
                <a:spcPct val="0"/>
              </a:spcAft>
              <a:defRPr sz="4000">
                <a:solidFill>
                  <a:schemeClr val="tx2"/>
                </a:solidFill>
                <a:latin typeface="Century Gothic" panose="020B0502020202020204" pitchFamily="34" charset="0"/>
              </a:defRPr>
            </a:lvl6pPr>
            <a:lvl7pPr marL="914400" algn="l" rtl="0" fontAlgn="base">
              <a:spcBef>
                <a:spcPct val="0"/>
              </a:spcBef>
              <a:spcAft>
                <a:spcPct val="0"/>
              </a:spcAft>
              <a:defRPr sz="4000">
                <a:solidFill>
                  <a:schemeClr val="tx2"/>
                </a:solidFill>
                <a:latin typeface="Century Gothic" panose="020B0502020202020204" pitchFamily="34" charset="0"/>
              </a:defRPr>
            </a:lvl7pPr>
            <a:lvl8pPr marL="1371600" algn="l" rtl="0" fontAlgn="base">
              <a:spcBef>
                <a:spcPct val="0"/>
              </a:spcBef>
              <a:spcAft>
                <a:spcPct val="0"/>
              </a:spcAft>
              <a:defRPr sz="4000">
                <a:solidFill>
                  <a:schemeClr val="tx2"/>
                </a:solidFill>
                <a:latin typeface="Century Gothic" panose="020B0502020202020204" pitchFamily="34" charset="0"/>
              </a:defRPr>
            </a:lvl8pPr>
            <a:lvl9pPr marL="1828800" algn="l" rtl="0" fontAlgn="base">
              <a:spcBef>
                <a:spcPct val="0"/>
              </a:spcBef>
              <a:spcAft>
                <a:spcPct val="0"/>
              </a:spcAft>
              <a:defRPr sz="4000">
                <a:solidFill>
                  <a:schemeClr val="tx2"/>
                </a:solidFill>
                <a:latin typeface="Century Gothic" panose="020B0502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defRPr/>
            </a:pPr>
            <a:r>
              <a:rPr lang="en-IN" dirty="0">
                <a:solidFill>
                  <a:schemeClr val="tx1"/>
                </a:solidFill>
                <a:latin typeface="Times New Roman" panose="02020603050405020304" pitchFamily="18" charset="0"/>
                <a:ea typeface="Microsoft Sans Serif" panose="020B0604020202020204" pitchFamily="34" charset="0"/>
                <a:cs typeface="Times New Roman" panose="02020603050405020304" pitchFamily="18" charset="0"/>
              </a:rPr>
              <a:t>Risk Analysis</a:t>
            </a:r>
            <a:r>
              <a:rPr kumimoji="0" lang="en-IN" sz="4000" b="0" i="0" u="none" strike="noStrike" kern="1200" cap="none" spc="0" normalizeH="0" baseline="0" noProof="0" dirty="0">
                <a:ln>
                  <a:noFill/>
                </a:ln>
                <a:solidFill>
                  <a:schemeClr val="tx1"/>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t> </a:t>
            </a:r>
          </a:p>
        </p:txBody>
      </p:sp>
      <p:sp>
        <p:nvSpPr>
          <p:cNvPr id="6" name="TextBox 5">
            <a:extLst>
              <a:ext uri="{FF2B5EF4-FFF2-40B4-BE49-F238E27FC236}">
                <a16:creationId xmlns:a16="http://schemas.microsoft.com/office/drawing/2014/main" id="{DE98FC59-6F32-B766-E367-45964A148E9B}"/>
              </a:ext>
            </a:extLst>
          </p:cNvPr>
          <p:cNvSpPr txBox="1"/>
          <p:nvPr/>
        </p:nvSpPr>
        <p:spPr>
          <a:xfrm>
            <a:off x="1008063" y="1582738"/>
            <a:ext cx="9741217" cy="914400"/>
          </a:xfrm>
          <a:prstGeom prst="rect">
            <a:avLst/>
          </a:prstGeom>
          <a:noFill/>
          <a:ln>
            <a:noFill/>
          </a:ln>
        </p:spPr>
        <p:txBody>
          <a:bodyPr wrap="square" rtlCol="0" anchor="ctr" anchorCtr="1">
            <a:spAutoFit/>
          </a:bodyPr>
          <a:lstStyle/>
          <a:p>
            <a:endParaRPr lang="en-IN" dirty="0"/>
          </a:p>
        </p:txBody>
      </p:sp>
      <p:sp>
        <p:nvSpPr>
          <p:cNvPr id="7" name="TextBox 6">
            <a:extLst>
              <a:ext uri="{FF2B5EF4-FFF2-40B4-BE49-F238E27FC236}">
                <a16:creationId xmlns:a16="http://schemas.microsoft.com/office/drawing/2014/main" id="{32FF1F2C-A589-AC8A-2CA2-3B0D5F4F3364}"/>
              </a:ext>
            </a:extLst>
          </p:cNvPr>
          <p:cNvSpPr txBox="1"/>
          <p:nvPr/>
        </p:nvSpPr>
        <p:spPr>
          <a:xfrm>
            <a:off x="721360" y="938046"/>
            <a:ext cx="5781040" cy="2862322"/>
          </a:xfrm>
          <a:prstGeom prst="rect">
            <a:avLst/>
          </a:prstGeom>
          <a:noFill/>
          <a:ln>
            <a:noFill/>
          </a:ln>
        </p:spPr>
        <p:txBody>
          <a:bodyPr wrap="square" rtlCol="0" anchor="ctr" anchorCtr="1">
            <a:spAutoFit/>
          </a:bodyPr>
          <a:lstStyle/>
          <a:p>
            <a:r>
              <a:rPr lang="en-US" b="1" dirty="0">
                <a:latin typeface="Times New Roman" panose="02020603050405020304" pitchFamily="18" charset="0"/>
                <a:cs typeface="Times New Roman" panose="02020603050405020304" pitchFamily="18" charset="0"/>
              </a:rPr>
              <a:t>Risk Metrics:</a:t>
            </a:r>
          </a:p>
          <a:p>
            <a:endParaRPr lang="en-US"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Value at Risk (</a:t>
            </a:r>
            <a:r>
              <a:rPr lang="en-US" dirty="0" err="1">
                <a:latin typeface="Times New Roman" panose="02020603050405020304" pitchFamily="18" charset="0"/>
                <a:cs typeface="Times New Roman" panose="02020603050405020304" pitchFamily="18" charset="0"/>
              </a:rPr>
              <a:t>VaR</a:t>
            </a:r>
            <a:r>
              <a:rPr lang="en-US" dirty="0">
                <a:latin typeface="Times New Roman" panose="02020603050405020304" pitchFamily="18" charset="0"/>
                <a:cs typeface="Times New Roman" panose="02020603050405020304" pitchFamily="18" charset="0"/>
              </a:rPr>
              <a:t>)</a:t>
            </a:r>
          </a:p>
          <a:p>
            <a:pPr marL="285750" indent="-285750">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Conditional Value at Risk (CVaR)</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Insights:</a:t>
            </a:r>
          </a:p>
          <a:p>
            <a:endParaRPr lang="en-US"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High-return funds often carry higher risk</a:t>
            </a:r>
          </a:p>
          <a:p>
            <a:pPr marL="285750" indent="-285750">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Diversified funds reduce downside risk</a:t>
            </a:r>
          </a:p>
          <a:p>
            <a:pPr marL="285750" indent="-285750">
              <a:buFont typeface="Wingdings" panose="05000000000000000000" pitchFamily="2" charset="2"/>
              <a:buChar char="§"/>
            </a:pPr>
            <a:endParaRPr lang="en-IN" dirty="0">
              <a:latin typeface="Times New Roman" panose="02020603050405020304" pitchFamily="18" charset="0"/>
              <a:cs typeface="Times New Roman" panose="02020603050405020304" pitchFamily="18" charset="0"/>
            </a:endParaRPr>
          </a:p>
        </p:txBody>
      </p:sp>
      <p:pic>
        <p:nvPicPr>
          <p:cNvPr id="9" name="Picture 8" descr="This image appears to display a table or data set with various numerical values, likely representing some form of financial statistics, such as Value at Risk (VaR) and Conditional Value at Risk (CVaR) for different codes or identifiers.&#10;&#10;AI-generated content may be incorrect.">
            <a:extLst>
              <a:ext uri="{FF2B5EF4-FFF2-40B4-BE49-F238E27FC236}">
                <a16:creationId xmlns:a16="http://schemas.microsoft.com/office/drawing/2014/main" id="{BEA59BF5-099D-6215-3B40-F5C5895288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92960" y="3596641"/>
            <a:ext cx="6329679" cy="2594610"/>
          </a:xfrm>
          <a:prstGeom prst="rect">
            <a:avLst/>
          </a:prstGeom>
        </p:spPr>
      </p:pic>
      <p:pic>
        <p:nvPicPr>
          <p:cNvPr id="11" name="Picture 10" descr="The image depicts a stylized, colorful, curly wave pattern with a prominent red dot connected to it, likely symbolizing connectivity or a link.&#10;&#10;AI-generated content may be incorrect.">
            <a:extLst>
              <a:ext uri="{FF2B5EF4-FFF2-40B4-BE49-F238E27FC236}">
                <a16:creationId xmlns:a16="http://schemas.microsoft.com/office/drawing/2014/main" id="{67D45353-C1D4-859F-BD12-E3B399C2441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37370" y="79057"/>
            <a:ext cx="2392680" cy="1960881"/>
          </a:xfrm>
          <a:prstGeom prst="rect">
            <a:avLst/>
          </a:prstGeom>
        </p:spPr>
      </p:pic>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Date Placeholder 1"/>
          <p:cNvSpPr txBox="1">
            <a:spLocks noGrp="1"/>
          </p:cNvSpPr>
          <p:nvPr>
            <p:ph type="dt" sz="half"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Palatino Linotype" panose="02040502050505030304" pitchFamily="18"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5pPr>
          </a:lstStyle>
          <a:p>
            <a:pPr lvl="0" algn="ctr" eaLnBrk="1" hangingPunct="1"/>
            <a:r>
              <a:rPr lang="en-US" altLang="en-US" sz="1400" dirty="0">
                <a:solidFill>
                  <a:schemeClr val="tx2"/>
                </a:solidFill>
              </a:rPr>
              <a:t>Date:09-06-2026</a:t>
            </a:r>
          </a:p>
        </p:txBody>
      </p:sp>
      <p:sp>
        <p:nvSpPr>
          <p:cNvPr id="11" name="Slide Number Placeholder 10"/>
          <p:cNvSpPr txBox="1">
            <a:spLocks noGrp="1"/>
          </p:cNvSpPr>
          <p:nvPr>
            <p:ph type="sldNum" sz="quarter" idx="12"/>
          </p:nvPr>
        </p:nvSpPr>
        <p:spPr>
          <a:ln/>
        </p:spPr>
        <p:txBody>
          <a:bodyPr vert="horz" wrap="none" lIns="0" tIns="0" rIns="0" bIns="0" numCol="1" anchor="ctr" anchorCtr="1" compatLnSpc="1">
            <a:noAutofit/>
          </a:bodyPr>
          <a:lstStyle/>
          <a:p>
            <a:pPr marL="0" indent="0" algn="ctr" eaLnBrk="1" hangingPunct="1">
              <a:spcBef>
                <a:spcPct val="0"/>
              </a:spcBef>
              <a:buClrTx/>
              <a:buSzTx/>
              <a:buFontTx/>
              <a:buNone/>
            </a:pPr>
            <a:fld id="{9A0DB2DC-4C9A-4742-B13C-FB6460FD3503}" type="slidenum">
              <a:rPr lang="en-US" altLang="en-US" sz="1400" dirty="0">
                <a:solidFill>
                  <a:schemeClr val="bg1"/>
                </a:solidFill>
                <a:latin typeface="Century Gothic" panose="020B0502020202020204" pitchFamily="34" charset="0"/>
              </a:rPr>
              <a:t>9</a:t>
            </a:fld>
            <a:endParaRPr lang="en-US" altLang="en-US" sz="1400" dirty="0">
              <a:solidFill>
                <a:schemeClr val="bg1"/>
              </a:solidFill>
              <a:latin typeface="Century Gothic" panose="020B0502020202020204" pitchFamily="34" charset="0"/>
            </a:endParaRPr>
          </a:p>
        </p:txBody>
      </p:sp>
      <p:sp>
        <p:nvSpPr>
          <p:cNvPr id="3" name="Content Placeholder 2"/>
          <p:cNvSpPr>
            <a:spLocks noGrp="1"/>
          </p:cNvSpPr>
          <p:nvPr>
            <p:ph sz="quarter" idx="1"/>
          </p:nvPr>
        </p:nvSpPr>
        <p:spPr>
          <a:xfrm>
            <a:off x="722313" y="1439863"/>
            <a:ext cx="10809287" cy="4732337"/>
          </a:xfrm>
        </p:spPr>
        <p:txBody>
          <a:bodyPr vert="horz" wrap="square" lIns="91440" tIns="45720" rIns="91440" bIns="45720" numCol="1" anchor="t" anchorCtr="0" compatLnSpc="1">
            <a:normAutofit/>
          </a:bodyPr>
          <a:lstStyle/>
          <a:p>
            <a:pPr marL="0" marR="0" lvl="0" indent="0" algn="l" defTabSz="914400" rtl="0" eaLnBrk="1" fontAlgn="auto" latinLnBrk="0" hangingPunct="1">
              <a:lnSpc>
                <a:spcPct val="110000"/>
              </a:lnSpc>
              <a:spcBef>
                <a:spcPts val="200"/>
              </a:spcBef>
              <a:spcAft>
                <a:spcPts val="200"/>
              </a:spcAft>
              <a:buClr>
                <a:schemeClr val="accent1"/>
              </a:buClr>
              <a:buSzPct val="85000"/>
              <a:buFont typeface="Wingdings 2" panose="05020102010507070707"/>
              <a:buNone/>
              <a:defRPr/>
            </a:pPr>
            <a:endParaRPr kumimoji="0" lang="en-IN" sz="1700" b="0" i="0" u="none" strike="noStrike" kern="1200" cap="none" spc="0" normalizeH="0" baseline="0" noProof="0" dirty="0">
              <a:ln>
                <a:noFill/>
              </a:ln>
              <a:solidFill>
                <a:srgbClr val="004376"/>
              </a:solidFill>
              <a:effectLst/>
              <a:uLnTx/>
              <a:uFillTx/>
              <a:latin typeface="+mn-lt"/>
              <a:ea typeface="+mn-ea"/>
              <a:cs typeface="+mn-cs"/>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panose="05020102010507070707"/>
              <a:buChar char=""/>
              <a:defRPr/>
            </a:pPr>
            <a:endParaRPr kumimoji="0" lang="en-IN" sz="2600" b="0" i="0" u="none" strike="noStrike" kern="1200" cap="none" spc="0" normalizeH="0" baseline="0" noProof="0" dirty="0">
              <a:ln>
                <a:noFill/>
              </a:ln>
              <a:solidFill>
                <a:schemeClr val="tx1"/>
              </a:solidFill>
              <a:effectLst/>
              <a:uLnTx/>
              <a:uFillTx/>
              <a:latin typeface="+mn-lt"/>
              <a:ea typeface="+mn-ea"/>
              <a:cs typeface="+mn-cs"/>
            </a:endParaRPr>
          </a:p>
        </p:txBody>
      </p:sp>
      <p:sp>
        <p:nvSpPr>
          <p:cNvPr id="7" name="Title 1"/>
          <p:cNvSpPr>
            <a:spLocks noGrp="1"/>
          </p:cNvSpPr>
          <p:nvPr>
            <p:ph type="title"/>
          </p:nvPr>
        </p:nvSpPr>
        <p:spPr>
          <a:xfrm>
            <a:off x="361950" y="360363"/>
            <a:ext cx="11550650" cy="1066800"/>
          </a:xfrm>
        </p:spPr>
        <p:txBody>
          <a:bodyPr vert="horz" wrap="square" lIns="91440" tIns="45720" rIns="91440" bIns="91440" numCol="1" anchor="b" anchorCtr="0" compatLnSpc="1">
            <a:normAutofit/>
          </a:bodyPr>
          <a:lstStyle/>
          <a:p>
            <a:pPr marL="0" marR="0" lvl="0" indent="0" algn="ctr" defTabSz="914400" rtl="0" eaLnBrk="1" fontAlgn="auto" latinLnBrk="0" hangingPunct="1">
              <a:lnSpc>
                <a:spcPct val="100000"/>
              </a:lnSpc>
              <a:spcBef>
                <a:spcPct val="0"/>
              </a:spcBef>
              <a:spcAft>
                <a:spcPts val="0"/>
              </a:spcAft>
              <a:buClrTx/>
              <a:buSzTx/>
              <a:buFontTx/>
              <a:buNone/>
              <a:defRPr/>
            </a:pPr>
            <a: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t>D</a:t>
            </a:r>
            <a:r>
              <a:rPr lang="en-IN" dirty="0" err="1">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t>ashboard</a:t>
            </a:r>
            <a:r>
              <a:rPr lang="en-IN"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t> Insights</a:t>
            </a:r>
            <a:endParaRPr kumimoji="0" lang="en-IN"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endParaRPr>
          </a:p>
        </p:txBody>
      </p:sp>
      <p:sp>
        <p:nvSpPr>
          <p:cNvPr id="4" name="Rectangle 3"/>
          <p:cNvSpPr/>
          <p:nvPr/>
        </p:nvSpPr>
        <p:spPr>
          <a:xfrm>
            <a:off x="949325" y="1798638"/>
            <a:ext cx="10375900" cy="2565126"/>
          </a:xfrm>
          <a:prstGeom prst="rect">
            <a:avLst/>
          </a:prstGeom>
        </p:spPr>
        <p:txBody>
          <a:bodyPr>
            <a:spAutoFit/>
          </a:bodyPr>
          <a:lstStyle/>
          <a:p>
            <a:pPr lvl="0" eaLnBrk="1" fontAlgn="auto" hangingPunct="1">
              <a:lnSpc>
                <a:spcPct val="150000"/>
              </a:lnSpc>
              <a:spcBef>
                <a:spcPts val="0"/>
              </a:spcBef>
              <a:spcAft>
                <a:spcPts val="0"/>
              </a:spcAft>
              <a:tabLst>
                <a:tab pos="400050" algn="l"/>
              </a:tabLst>
              <a:defRPr/>
            </a:pPr>
            <a:r>
              <a:rPr lang="en-US" b="1" dirty="0">
                <a:latin typeface="Times New Roman" panose="02020603050405020304" pitchFamily="18" charset="0"/>
                <a:ea typeface="MS Mincho" pitchFamily="49" charset="-128"/>
                <a:cs typeface="Times New Roman" panose="02020603050405020304" pitchFamily="18" charset="0"/>
              </a:rPr>
              <a:t>Key Dashboard Observations:</a:t>
            </a:r>
          </a:p>
          <a:p>
            <a:pPr marL="285750" lvl="0" indent="-285750" eaLnBrk="1" fontAlgn="auto" hangingPunct="1">
              <a:lnSpc>
                <a:spcPct val="150000"/>
              </a:lnSpc>
              <a:spcBef>
                <a:spcPts val="0"/>
              </a:spcBef>
              <a:spcAft>
                <a:spcPts val="0"/>
              </a:spcAft>
              <a:buFont typeface="Wingdings" panose="05000000000000000000" pitchFamily="2" charset="2"/>
              <a:buChar char="§"/>
              <a:tabLst>
                <a:tab pos="400050" algn="l"/>
              </a:tabLst>
              <a:defRPr/>
            </a:pPr>
            <a:r>
              <a:rPr lang="en-US" dirty="0">
                <a:latin typeface="Times New Roman" panose="02020603050405020304" pitchFamily="18" charset="0"/>
                <a:ea typeface="MS Mincho" pitchFamily="49" charset="-128"/>
                <a:cs typeface="Times New Roman" panose="02020603050405020304" pitchFamily="18" charset="0"/>
              </a:rPr>
              <a:t>Top fund categories identified</a:t>
            </a:r>
          </a:p>
          <a:p>
            <a:pPr marL="285750" lvl="0" indent="-285750" eaLnBrk="1" fontAlgn="auto" hangingPunct="1">
              <a:lnSpc>
                <a:spcPct val="150000"/>
              </a:lnSpc>
              <a:spcBef>
                <a:spcPts val="0"/>
              </a:spcBef>
              <a:spcAft>
                <a:spcPts val="0"/>
              </a:spcAft>
              <a:buFont typeface="Wingdings" panose="05000000000000000000" pitchFamily="2" charset="2"/>
              <a:buChar char="§"/>
              <a:tabLst>
                <a:tab pos="400050" algn="l"/>
              </a:tabLst>
              <a:defRPr/>
            </a:pPr>
            <a:r>
              <a:rPr lang="en-US" dirty="0">
                <a:latin typeface="Times New Roman" panose="02020603050405020304" pitchFamily="18" charset="0"/>
                <a:ea typeface="MS Mincho" pitchFamily="49" charset="-128"/>
                <a:cs typeface="Times New Roman" panose="02020603050405020304" pitchFamily="18" charset="0"/>
              </a:rPr>
              <a:t>Risk-return relationship visualized</a:t>
            </a:r>
          </a:p>
          <a:p>
            <a:pPr marL="285750" lvl="0" indent="-285750" eaLnBrk="1" fontAlgn="auto" hangingPunct="1">
              <a:lnSpc>
                <a:spcPct val="150000"/>
              </a:lnSpc>
              <a:spcBef>
                <a:spcPts val="0"/>
              </a:spcBef>
              <a:spcAft>
                <a:spcPts val="0"/>
              </a:spcAft>
              <a:buFont typeface="Wingdings" panose="05000000000000000000" pitchFamily="2" charset="2"/>
              <a:buChar char="§"/>
              <a:tabLst>
                <a:tab pos="400050" algn="l"/>
              </a:tabLst>
              <a:defRPr/>
            </a:pPr>
            <a:r>
              <a:rPr lang="en-US" dirty="0">
                <a:latin typeface="Times New Roman" panose="02020603050405020304" pitchFamily="18" charset="0"/>
                <a:ea typeface="MS Mincho" pitchFamily="49" charset="-128"/>
                <a:cs typeface="Times New Roman" panose="02020603050405020304" pitchFamily="18" charset="0"/>
              </a:rPr>
              <a:t>Easy comparison of fund performance</a:t>
            </a:r>
            <a:endParaRPr kumimoji="0" lang="en-US" u="none" strike="noStrike" kern="1200" cap="none" spc="0" normalizeH="0" baseline="0" noProof="0" dirty="0">
              <a:ln>
                <a:noFill/>
              </a:ln>
              <a:solidFill>
                <a:schemeClr val="tx1"/>
              </a:solidFill>
              <a:effectLst/>
              <a:uLnTx/>
              <a:uFillTx/>
              <a:latin typeface="Times New Roman" panose="02020603050405020304" pitchFamily="18" charset="0"/>
              <a:ea typeface="MS Mincho" pitchFamily="49" charset="-128"/>
              <a:cs typeface="Times New Roman" panose="02020603050405020304" pitchFamily="18" charset="0"/>
            </a:endParaRPr>
          </a:p>
          <a:p>
            <a:pPr marL="342900" marR="0" lvl="0" indent="-342900" algn="l" defTabSz="914400" rtl="0" eaLnBrk="1" fontAlgn="auto" latinLnBrk="0" hangingPunct="1">
              <a:lnSpc>
                <a:spcPct val="150000"/>
              </a:lnSpc>
              <a:spcBef>
                <a:spcPts val="0"/>
              </a:spcBef>
              <a:spcAft>
                <a:spcPts val="0"/>
              </a:spcAft>
              <a:buClrTx/>
              <a:buSzTx/>
              <a:buFontTx/>
              <a:buAutoNum type="arabicPeriod"/>
              <a:tabLst>
                <a:tab pos="400050" algn="l"/>
              </a:tabLst>
              <a:defRPr/>
            </a:pPr>
            <a:endParaRPr kumimoji="0" lang="en-US" sz="1400" b="0" i="1" u="none" strike="noStrike" kern="1200" cap="none" spc="0" normalizeH="0" baseline="0" noProof="0" dirty="0">
              <a:ln>
                <a:noFill/>
              </a:ln>
              <a:solidFill>
                <a:schemeClr val="tx1"/>
              </a:solidFill>
              <a:effectLst/>
              <a:uLnTx/>
              <a:uFillTx/>
              <a:latin typeface="Times New Roman" panose="02020603050405020304" pitchFamily="18" charset="0"/>
              <a:ea typeface="MS Mincho" pitchFamily="49" charset="-128"/>
              <a:cs typeface="Times New Roman" panose="02020603050405020304" pitchFamily="18" charset="0"/>
            </a:endParaRPr>
          </a:p>
          <a:p>
            <a:pPr marR="0" lvl="0" algn="l" defTabSz="914400" rtl="0" eaLnBrk="1" fontAlgn="auto" latinLnBrk="0" hangingPunct="1">
              <a:lnSpc>
                <a:spcPct val="150000"/>
              </a:lnSpc>
              <a:spcBef>
                <a:spcPts val="0"/>
              </a:spcBef>
              <a:spcAft>
                <a:spcPts val="0"/>
              </a:spcAft>
              <a:buClrTx/>
              <a:buSzTx/>
              <a:tabLst>
                <a:tab pos="400050" algn="l"/>
              </a:tabLst>
              <a:defRPr/>
            </a:pPr>
            <a:endParaRPr kumimoji="0" lang="en-IN" sz="2400" b="0" i="0" u="none" strike="noStrike" kern="1200" cap="none" spc="0"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23559" name="Footer Placeholder 11"/>
          <p:cNvSpPr txBox="1"/>
          <p:nvPr/>
        </p:nvSpPr>
        <p:spPr>
          <a:xfrm>
            <a:off x="966788" y="6400800"/>
            <a:ext cx="5283200" cy="457200"/>
          </a:xfrm>
          <a:prstGeom prst="rect">
            <a:avLst/>
          </a:prstGeom>
          <a:noFill/>
          <a:ln w="9525">
            <a:noFill/>
          </a:ln>
        </p:spPr>
        <p:txBody>
          <a:bodyPr anchor="ctr" anchorCtr="0"/>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8005"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B1B8D2"/>
              </a:buClr>
              <a:buSzPct val="85000"/>
              <a:buFont typeface="Wingdings 2" panose="05020102010507070707" pitchFamily="18" charset="2"/>
              <a:buChar char=""/>
              <a:defRPr sz="2000" kern="1200">
                <a:solidFill>
                  <a:schemeClr val="tx1"/>
                </a:solidFill>
                <a:latin typeface="+mn-lt"/>
                <a:ea typeface="+mn-ea"/>
                <a:cs typeface="+mn-cs"/>
              </a:defRPr>
            </a:lvl3pPr>
            <a:lvl4pPr marL="1097280" indent="-228600" algn="l" rtl="0" eaLnBrk="0" fontAlgn="base" hangingPunct="0">
              <a:spcBef>
                <a:spcPts val="375"/>
              </a:spcBef>
              <a:spcAft>
                <a:spcPct val="0"/>
              </a:spcAft>
              <a:buClr>
                <a:srgbClr val="297FD5"/>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297FD5"/>
              </a:buClr>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en-US" altLang="en-US" sz="1400" dirty="0">
              <a:solidFill>
                <a:schemeClr val="tx2"/>
              </a:solidFill>
            </a:endParaRPr>
          </a:p>
        </p:txBody>
      </p:sp>
      <p:pic>
        <p:nvPicPr>
          <p:cNvPr id="6" name="Picture 5" descr="The image displays a dashboard summarizing key financial metrics of various mutual funds, including AUM (assets under management), SIP inflows, number of folios, and number of schemes, with a focus on industry AUM for the years 2022-2025 and top fund houses.&#10;&#10;AI-generated content may be incorrect.">
            <a:extLst>
              <a:ext uri="{FF2B5EF4-FFF2-40B4-BE49-F238E27FC236}">
                <a16:creationId xmlns:a16="http://schemas.microsoft.com/office/drawing/2014/main" id="{B6B6F905-5BD3-124A-5E97-04690409B3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38960" y="3716312"/>
            <a:ext cx="7040880" cy="2684487"/>
          </a:xfrm>
          <a:prstGeom prst="rect">
            <a:avLst/>
          </a:prstGeom>
        </p:spPr>
      </p:pic>
      <p:pic>
        <p:nvPicPr>
          <p:cNvPr id="9" name="Picture 8" descr="The image depicts a stylized, colorful, curly wave pattern with a prominent red dot connected to it, likely symbolizing connectivity or a link.&#10;&#10;AI-generated content may be incorrect.">
            <a:extLst>
              <a:ext uri="{FF2B5EF4-FFF2-40B4-BE49-F238E27FC236}">
                <a16:creationId xmlns:a16="http://schemas.microsoft.com/office/drawing/2014/main" id="{63A3BF53-5D87-F310-3A34-E2B7B3DF42A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64775" y="116840"/>
            <a:ext cx="1647825" cy="1810703"/>
          </a:xfrm>
          <a:prstGeom prst="rect">
            <a:avLst/>
          </a:prstGeom>
        </p:spPr>
      </p:pic>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420072F-463B-51A6-E649-F94EA3A5F38D}"/>
              </a:ext>
            </a:extLst>
          </p:cNvPr>
          <p:cNvSpPr txBox="1"/>
          <p:nvPr/>
        </p:nvSpPr>
        <p:spPr>
          <a:xfrm>
            <a:off x="5110480" y="841494"/>
            <a:ext cx="184731" cy="369332"/>
          </a:xfrm>
          <a:prstGeom prst="rect">
            <a:avLst/>
          </a:prstGeom>
          <a:noFill/>
          <a:ln>
            <a:solidFill>
              <a:schemeClr val="bg2"/>
            </a:solidFill>
          </a:ln>
        </p:spPr>
        <p:txBody>
          <a:bodyPr wrap="none" rtlCol="0" anchor="ctr" anchorCtr="1">
            <a:spAutoFit/>
          </a:bodyPr>
          <a:lstStyle/>
          <a:p>
            <a:endParaRPr lang="en-IN" dirty="0"/>
          </a:p>
        </p:txBody>
      </p:sp>
      <p:pic>
        <p:nvPicPr>
          <p:cNvPr id="5" name="Picture 4" descr="The image displays a table showing the performance metrics of various funds, including their categories, returns, assets under management (AUM), and benchmark comparisons.&#10;&#10;AI-generated content may be incorrect.">
            <a:extLst>
              <a:ext uri="{FF2B5EF4-FFF2-40B4-BE49-F238E27FC236}">
                <a16:creationId xmlns:a16="http://schemas.microsoft.com/office/drawing/2014/main" id="{0C0C096C-723D-4D38-3138-DF1D747C73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4684" y="841494"/>
            <a:ext cx="4511431" cy="2514818"/>
          </a:xfrm>
          <a:prstGeom prst="rect">
            <a:avLst/>
          </a:prstGeom>
        </p:spPr>
      </p:pic>
      <p:pic>
        <p:nvPicPr>
          <p:cNvPr id="7" name="Picture 6" descr="The image is a dashboard showcasing statistics on transaction amounts, investment types, and age group distribution for various regions.&#10;&#10;AI-generated content may be incorrect.">
            <a:extLst>
              <a:ext uri="{FF2B5EF4-FFF2-40B4-BE49-F238E27FC236}">
                <a16:creationId xmlns:a16="http://schemas.microsoft.com/office/drawing/2014/main" id="{2FADC6BA-61BB-7C76-5BD2-46A04DF9C94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98068" y="841494"/>
            <a:ext cx="4435224" cy="2514818"/>
          </a:xfrm>
          <a:prstGeom prst="rect">
            <a:avLst/>
          </a:prstGeom>
        </p:spPr>
      </p:pic>
      <p:pic>
        <p:nvPicPr>
          <p:cNvPr id="9" name="Picture 8" descr="The image displays a comparison chart of SIP (Systematic Investment Plan) inflows versus Nifty 50 trends, alongside a state-wise investment heat map and statistics for various funds and sectors, including liquidity, sectoral, thematic, flexible capital, and short duration funds, with specific numerical data for each category.&#10;&#10;AI-generated content may be incorrect.">
            <a:extLst>
              <a:ext uri="{FF2B5EF4-FFF2-40B4-BE49-F238E27FC236}">
                <a16:creationId xmlns:a16="http://schemas.microsoft.com/office/drawing/2014/main" id="{44E037D1-2226-DCAF-6062-D003700C018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663759" y="3601606"/>
            <a:ext cx="4397121" cy="2621507"/>
          </a:xfrm>
          <a:prstGeom prst="rect">
            <a:avLst/>
          </a:prstGeom>
        </p:spPr>
      </p:pic>
      <p:pic>
        <p:nvPicPr>
          <p:cNvPr id="11" name="Picture 10" descr="The image depicts a stylized, colorful, curly wave pattern with a prominent red dot connected to it, likely symbolizing connectivity or a link.&#10;&#10;AI-generated content may be incorrect.">
            <a:extLst>
              <a:ext uri="{FF2B5EF4-FFF2-40B4-BE49-F238E27FC236}">
                <a16:creationId xmlns:a16="http://schemas.microsoft.com/office/drawing/2014/main" id="{F876E82A-4DEC-F3AE-AF00-BF39F0614EA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932160" y="203897"/>
            <a:ext cx="1046480" cy="1275194"/>
          </a:xfrm>
          <a:prstGeom prst="rect">
            <a:avLst/>
          </a:prstGeom>
        </p:spPr>
      </p:pic>
    </p:spTree>
    <p:extLst>
      <p:ext uri="{BB962C8B-B14F-4D97-AF65-F5344CB8AC3E}">
        <p14:creationId xmlns:p14="http://schemas.microsoft.com/office/powerpoint/2010/main" val="69404415"/>
      </p:ext>
    </p:extLst>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3985B80-4FEC-BEBC-7264-0923249D4F96}"/>
              </a:ext>
            </a:extLst>
          </p:cNvPr>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6B0FF2C-FCB8-44B9-B5FF-90105FB027DF}" type="datetime2">
              <a:rPr kumimoji="0" lang="en-US" sz="1400" b="0" i="0" u="none" strike="noStrike" kern="1200" cap="none" spc="0" normalizeH="0" baseline="0" noProof="0" smtClean="0">
                <a:ln>
                  <a:noFill/>
                </a:ln>
                <a:solidFill>
                  <a:schemeClr val="tx2"/>
                </a:solidFill>
                <a:effectLst/>
                <a:uLnTx/>
                <a:uFillTx/>
                <a:latin typeface="+mn-lt"/>
                <a:ea typeface="+mn-ea"/>
                <a:cs typeface="+mn-cs"/>
              </a:rPr>
              <a:t>Tuesday, June 9, 2026</a:t>
            </a:fld>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pic>
        <p:nvPicPr>
          <p:cNvPr id="4" name="Picture 3" descr="The image depicts a stylized, colorful, curly wave pattern with a prominent red dot connected to it, likely symbolizing connectivity or a link.&#10;&#10;AI-generated content may be incorrect.">
            <a:extLst>
              <a:ext uri="{FF2B5EF4-FFF2-40B4-BE49-F238E27FC236}">
                <a16:creationId xmlns:a16="http://schemas.microsoft.com/office/drawing/2014/main" id="{71A85799-0CAB-F531-8D15-9C9FC57F3B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80600" y="190500"/>
            <a:ext cx="1991360" cy="1727200"/>
          </a:xfrm>
          <a:prstGeom prst="rect">
            <a:avLst/>
          </a:prstGeom>
        </p:spPr>
      </p:pic>
      <p:sp>
        <p:nvSpPr>
          <p:cNvPr id="6" name="TextBox 5">
            <a:extLst>
              <a:ext uri="{FF2B5EF4-FFF2-40B4-BE49-F238E27FC236}">
                <a16:creationId xmlns:a16="http://schemas.microsoft.com/office/drawing/2014/main" id="{81EB8A39-CC56-3E87-7CC3-F7177DAA698C}"/>
              </a:ext>
            </a:extLst>
          </p:cNvPr>
          <p:cNvSpPr txBox="1"/>
          <p:nvPr/>
        </p:nvSpPr>
        <p:spPr>
          <a:xfrm>
            <a:off x="1778000" y="1054100"/>
            <a:ext cx="7376160" cy="4247317"/>
          </a:xfrm>
          <a:prstGeom prst="rect">
            <a:avLst/>
          </a:prstGeom>
          <a:noFill/>
          <a:ln>
            <a:noFill/>
          </a:ln>
        </p:spPr>
        <p:txBody>
          <a:bodyPr wrap="square" rtlCol="0" anchor="ctr" anchorCtr="1">
            <a:spAutoFit/>
          </a:bodyPr>
          <a:lstStyle/>
          <a:p>
            <a:r>
              <a:rPr lang="en-US" sz="3600" b="1" dirty="0">
                <a:latin typeface="Times New Roman" panose="02020603050405020304" pitchFamily="18" charset="0"/>
                <a:cs typeface="Times New Roman" panose="02020603050405020304" pitchFamily="18" charset="0"/>
              </a:rPr>
              <a:t>Key Findings &amp; Recommendations</a:t>
            </a:r>
          </a:p>
          <a:p>
            <a:endParaRPr lang="en-US" sz="3600" b="1"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Key Findings:</a:t>
            </a:r>
          </a:p>
          <a:p>
            <a:endParaRPr lang="en-US"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r>
              <a:rPr lang="en-US" dirty="0"/>
              <a:t>Equity funds delivered highest returns</a:t>
            </a:r>
          </a:p>
          <a:p>
            <a:pPr marL="285750" indent="-285750">
              <a:buFont typeface="Wingdings" panose="05000000000000000000" pitchFamily="2" charset="2"/>
              <a:buChar char="§"/>
            </a:pPr>
            <a:r>
              <a:rPr lang="en-US" dirty="0"/>
              <a:t>Debt funds offered stability</a:t>
            </a:r>
          </a:p>
          <a:p>
            <a:pPr marL="285750" indent="-285750">
              <a:buFont typeface="Wingdings" panose="05000000000000000000" pitchFamily="2" charset="2"/>
              <a:buChar char="§"/>
            </a:pPr>
            <a:r>
              <a:rPr lang="en-US" dirty="0"/>
              <a:t>Hybrid funds balanced risk and return</a:t>
            </a:r>
          </a:p>
          <a:p>
            <a:pPr marL="285750" indent="-285750">
              <a:buFont typeface="Wingdings" panose="05000000000000000000" pitchFamily="2" charset="2"/>
              <a:buChar char="§"/>
            </a:pPr>
            <a:endParaRPr lang="en-US" dirty="0"/>
          </a:p>
          <a:p>
            <a:r>
              <a:rPr lang="en-US" b="1" dirty="0">
                <a:latin typeface="Times New Roman" panose="02020603050405020304" pitchFamily="18" charset="0"/>
                <a:cs typeface="Times New Roman" panose="02020603050405020304" pitchFamily="18" charset="0"/>
              </a:rPr>
              <a:t>Recommendations:</a:t>
            </a:r>
          </a:p>
          <a:p>
            <a:endParaRPr lang="en-US"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r>
              <a:rPr lang="en-US" dirty="0"/>
              <a:t>Conservative → Debt Funds</a:t>
            </a:r>
          </a:p>
          <a:p>
            <a:pPr marL="285750" indent="-285750">
              <a:buFont typeface="Wingdings" panose="05000000000000000000" pitchFamily="2" charset="2"/>
              <a:buChar char="§"/>
            </a:pPr>
            <a:r>
              <a:rPr lang="en-US" dirty="0"/>
              <a:t>Moderate → Hybrid Funds</a:t>
            </a:r>
          </a:p>
          <a:p>
            <a:pPr marL="285750" indent="-285750">
              <a:buFont typeface="Wingdings" panose="05000000000000000000" pitchFamily="2" charset="2"/>
              <a:buChar char="§"/>
            </a:pPr>
            <a:r>
              <a:rPr lang="en-US" dirty="0"/>
              <a:t>Aggressive → Equity Funds</a:t>
            </a:r>
            <a:endParaRPr lang="en-IN" dirty="0"/>
          </a:p>
        </p:txBody>
      </p:sp>
    </p:spTree>
    <p:extLst>
      <p:ext uri="{BB962C8B-B14F-4D97-AF65-F5344CB8AC3E}">
        <p14:creationId xmlns:p14="http://schemas.microsoft.com/office/powerpoint/2010/main" val="1789777078"/>
      </p:ext>
    </p:extLst>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Date Placeholder 5"/>
          <p:cNvSpPr txBox="1">
            <a:spLocks noGrp="1"/>
          </p:cNvSpPr>
          <p:nvPr>
            <p:ph type="dt" sz="half"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Palatino Linotype" panose="02040502050505030304" pitchFamily="18"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5pPr>
          </a:lstStyle>
          <a:p>
            <a:pPr lvl="0" algn="ctr" eaLnBrk="1" hangingPunct="1"/>
            <a:r>
              <a:rPr lang="en-US" altLang="en-US" sz="1400" dirty="0">
                <a:solidFill>
                  <a:schemeClr val="tx2"/>
                </a:solidFill>
              </a:rPr>
              <a:t>Date:09-06-2026</a:t>
            </a:r>
          </a:p>
        </p:txBody>
      </p:sp>
      <p:sp>
        <p:nvSpPr>
          <p:cNvPr id="8" name="Slide Number Placeholder 7"/>
          <p:cNvSpPr txBox="1">
            <a:spLocks noGrp="1"/>
          </p:cNvSpPr>
          <p:nvPr>
            <p:ph type="sldNum" sz="quarter" idx="12"/>
          </p:nvPr>
        </p:nvSpPr>
        <p:spPr>
          <a:ln/>
        </p:spPr>
        <p:txBody>
          <a:bodyPr vert="horz" wrap="none" lIns="0" tIns="0" rIns="0" bIns="0" numCol="1" anchor="ctr" anchorCtr="1" compatLnSpc="1">
            <a:noAutofit/>
          </a:bodyPr>
          <a:lstStyle/>
          <a:p>
            <a:pPr marL="0" indent="0" algn="ctr" eaLnBrk="1" hangingPunct="1">
              <a:spcBef>
                <a:spcPct val="0"/>
              </a:spcBef>
              <a:buClrTx/>
              <a:buSzTx/>
              <a:buFontTx/>
              <a:buNone/>
            </a:pPr>
            <a:fld id="{9A0DB2DC-4C9A-4742-B13C-FB6460FD3503}" type="slidenum">
              <a:rPr lang="en-US" altLang="en-US" sz="1400" dirty="0">
                <a:solidFill>
                  <a:schemeClr val="bg1"/>
                </a:solidFill>
                <a:latin typeface="Century Gothic" panose="020B0502020202020204" pitchFamily="34" charset="0"/>
              </a:rPr>
              <a:t>12</a:t>
            </a:fld>
            <a:endParaRPr lang="en-US" altLang="en-US" sz="1400" dirty="0">
              <a:solidFill>
                <a:schemeClr val="bg1"/>
              </a:solidFill>
              <a:latin typeface="Century Gothic" panose="020B0502020202020204" pitchFamily="34" charset="0"/>
            </a:endParaRPr>
          </a:p>
        </p:txBody>
      </p:sp>
      <p:sp>
        <p:nvSpPr>
          <p:cNvPr id="2" name="Title 1"/>
          <p:cNvSpPr>
            <a:spLocks noGrp="1"/>
          </p:cNvSpPr>
          <p:nvPr>
            <p:ph type="title"/>
          </p:nvPr>
        </p:nvSpPr>
        <p:spPr>
          <a:xfrm>
            <a:off x="1774825" y="2708275"/>
            <a:ext cx="9144000" cy="1066800"/>
          </a:xfrm>
        </p:spPr>
        <p:txBody>
          <a:bodyPr vert="horz" wrap="square" lIns="91440" tIns="45720" rIns="91440" bIns="91440" numCol="1" anchor="b" anchorCtr="0" compatLnSpc="1">
            <a:normAutofit/>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IN"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t>THANK YOU</a:t>
            </a:r>
          </a:p>
        </p:txBody>
      </p:sp>
      <p:sp>
        <p:nvSpPr>
          <p:cNvPr id="24581" name="Footer Placeholder 11"/>
          <p:cNvSpPr txBox="1"/>
          <p:nvPr/>
        </p:nvSpPr>
        <p:spPr>
          <a:xfrm>
            <a:off x="1063625" y="6019800"/>
            <a:ext cx="5283200" cy="457200"/>
          </a:xfrm>
          <a:prstGeom prst="rect">
            <a:avLst/>
          </a:prstGeom>
          <a:noFill/>
          <a:ln w="9525">
            <a:noFill/>
          </a:ln>
        </p:spPr>
        <p:txBody>
          <a:bodyPr anchor="ctr" anchorCtr="0"/>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8005"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B1B8D2"/>
              </a:buClr>
              <a:buSzPct val="85000"/>
              <a:buFont typeface="Wingdings 2" panose="05020102010507070707" pitchFamily="18" charset="2"/>
              <a:buChar char=""/>
              <a:defRPr sz="2000" kern="1200">
                <a:solidFill>
                  <a:schemeClr val="tx1"/>
                </a:solidFill>
                <a:latin typeface="+mn-lt"/>
                <a:ea typeface="+mn-ea"/>
                <a:cs typeface="+mn-cs"/>
              </a:defRPr>
            </a:lvl3pPr>
            <a:lvl4pPr marL="1097280" indent="-228600" algn="l" rtl="0" eaLnBrk="0" fontAlgn="base" hangingPunct="0">
              <a:spcBef>
                <a:spcPts val="375"/>
              </a:spcBef>
              <a:spcAft>
                <a:spcPct val="0"/>
              </a:spcAft>
              <a:buClr>
                <a:srgbClr val="297FD5"/>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297FD5"/>
              </a:buClr>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en-US" altLang="en-US" sz="1400" dirty="0">
              <a:solidFill>
                <a:schemeClr val="tx2"/>
              </a:solidFill>
            </a:endParaRPr>
          </a:p>
        </p:txBody>
      </p:sp>
      <p:pic>
        <p:nvPicPr>
          <p:cNvPr id="5" name="Picture 4" descr="The image depicts a stylized, colorful, curly wave pattern with a prominent red dot connected to it, likely symbolizing connectivity or a link.&#10;&#10;AI-generated content may be incorrect.">
            <a:extLst>
              <a:ext uri="{FF2B5EF4-FFF2-40B4-BE49-F238E27FC236}">
                <a16:creationId xmlns:a16="http://schemas.microsoft.com/office/drawing/2014/main" id="{D94DDDD6-471B-A40B-77D5-3D364E4205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70720" y="190500"/>
            <a:ext cx="2143760" cy="1930400"/>
          </a:xfrm>
          <a:prstGeom prst="rect">
            <a:avLst/>
          </a:prstGeom>
        </p:spPr>
      </p:pic>
    </p:spTree>
  </p:cSld>
  <p:clrMapOvr>
    <a:masterClrMapping/>
  </p:clrMapOvr>
  <p:transition spd="med">
    <p:fade/>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Quarterly earnings presentation">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Century Gothic-Palatino Linotype">
      <a:majorFont>
        <a:latin typeface="Century Gothic"/>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spDef>
      <a:spPr/>
      <a:bodyPr rtlCol="0" anchor="ctr"/>
      <a:lstStyle>
        <a:defPPr algn="ctr">
          <a:defRPr dirty="0"/>
        </a:defPPr>
      </a:lstStyle>
      <a:style>
        <a:lnRef idx="3">
          <a:schemeClr val="lt1"/>
        </a:lnRef>
        <a:fillRef idx="1">
          <a:schemeClr val="accent2"/>
        </a:fillRef>
        <a:effectRef idx="1">
          <a:schemeClr val="accent2"/>
        </a:effectRef>
        <a:fontRef idx="minor">
          <a:schemeClr val="lt1"/>
        </a:fontRef>
      </a:style>
    </a:spDef>
    <a:lnDef>
      <a:spPr/>
      <a:bodyPr/>
      <a:lstStyle/>
      <a:style>
        <a:lnRef idx="1">
          <a:schemeClr val="accent1"/>
        </a:lnRef>
        <a:fillRef idx="0">
          <a:schemeClr val="accent1"/>
        </a:fillRef>
        <a:effectRef idx="0">
          <a:schemeClr val="accent1"/>
        </a:effectRef>
        <a:fontRef idx="minor">
          <a:schemeClr val="tx1"/>
        </a:fontRef>
      </a:style>
    </a:lnDef>
    <a:txDef>
      <a:spPr>
        <a:noFill/>
        <a:ln>
          <a:solidFill>
            <a:schemeClr val="bg2"/>
          </a:solidFill>
        </a:ln>
      </a:spPr>
      <a:bodyPr wrap="square" rtlCol="0" anchor="ctr" anchorCtr="1">
        <a:spAutoFit/>
      </a:bodyPr>
      <a:lstStyle>
        <a:defPPr>
          <a:defRPr dirty="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range Red">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Century Gothic">
      <a:majorFont>
        <a:latin typeface="Century Gothic"/>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range Red">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Century Gothic">
      <a:majorFont>
        <a:latin typeface="Century Gothic"/>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86</TotalTime>
  <Words>370</Words>
  <Application>Microsoft Office PowerPoint</Application>
  <PresentationFormat>Widescreen</PresentationFormat>
  <Paragraphs>115</Paragraphs>
  <Slides>12</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Arial</vt:lpstr>
      <vt:lpstr>Century Gothic</vt:lpstr>
      <vt:lpstr>Palatino Linotype</vt:lpstr>
      <vt:lpstr>Times New Roman</vt:lpstr>
      <vt:lpstr>Wingdings</vt:lpstr>
      <vt:lpstr>Wingdings 2</vt:lpstr>
      <vt:lpstr>Quarterly earnings presentation</vt:lpstr>
      <vt:lpstr>Mutual Fund Analytics Capstone Project</vt:lpstr>
      <vt:lpstr>Problem Statement</vt:lpstr>
      <vt:lpstr>Project Objectives</vt:lpstr>
      <vt:lpstr>Project  Architecture </vt:lpstr>
      <vt:lpstr>Dataset  Overview</vt:lpstr>
      <vt:lpstr>PowerPoint Presentation</vt:lpstr>
      <vt:lpstr>PowerPoint Presentation</vt:lpstr>
      <vt:lpstr>PowerPoint Presentation</vt:lpstr>
      <vt:lpstr>Dashboard Insights</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lellaanushareddy@gmail.com</cp:lastModifiedBy>
  <cp:revision>7</cp:revision>
  <dcterms:created xsi:type="dcterms:W3CDTF">2017-04-13T11:52:33Z</dcterms:created>
  <dcterms:modified xsi:type="dcterms:W3CDTF">2026-06-09T08:02:35Z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TC034605459991</vt:lpwstr>
  </property>
  <property fmtid="{D5CDD505-2E9C-101B-9397-08002B2CF9AE}" pid="3" name="ICV">
    <vt:lpwstr>CD3C2F48BBBB4FDA974A08ABD9B9B31F_12</vt:lpwstr>
  </property>
  <property fmtid="{D5CDD505-2E9C-101B-9397-08002B2CF9AE}" pid="4" name="KSOProductBuildVer">
    <vt:lpwstr>1033-12.2.0.20326</vt:lpwstr>
  </property>
</Properties>
</file>